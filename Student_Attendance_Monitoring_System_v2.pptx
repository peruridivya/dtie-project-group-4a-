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5D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B3C5D"/>
                </a:solidFill>
                <a:latin typeface="Arial"/>
              </a:rPr>
              <a:t>Votes per idea (illustrative)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Votes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3C5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Dynamic QR + app</c:v>
                </c:pt>
                <c:pt idx="1">
                  <c:v>Face recognition</c:v>
                </c:pt>
                <c:pt idx="2">
                  <c:v>RFID / NFC</c:v>
                </c:pt>
                <c:pt idx="3">
                  <c:v>Biometric</c:v>
                </c:pt>
                <c:pt idx="4">
                  <c:v>GPS geofencing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9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22-4053-BBE4-6FA1F6AB00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575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.png"/><Relationship Id="rId3" Type="http://schemas.openxmlformats.org/officeDocument/2006/relationships/image" Target="../media/image28.png"/><Relationship Id="rId7" Type="http://schemas.openxmlformats.org/officeDocument/2006/relationships/image" Target="../media/image27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5" Type="http://schemas.openxmlformats.org/officeDocument/2006/relationships/image" Target="../media/image35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Relationship Id="rId1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206240" cy="4206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108960"/>
            <a:ext cx="2926080" cy="2926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548640"/>
            <a:ext cx="1463040" cy="1463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1" y="899771"/>
            <a:ext cx="760781" cy="7607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9202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551" y="2117751"/>
            <a:ext cx="427939" cy="42793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0" y="228600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911" y="2483511"/>
            <a:ext cx="427939" cy="4279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data-driven solution for colleges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237744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0A5C73"/>
          </a:solidFill>
          <a:ln w="12700">
            <a:solidFill>
              <a:srgbClr val="0A5C7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24231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Sri Divya — Roll No: 2620090130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Bhavya Sree — Roll No: 2620080023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Yasaswini — Roll No: 2620030206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Sneha — Roll No: 2620030603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5040" y="365760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172200" y="3675888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Supervisor</a:t>
            </a:r>
            <a:endParaRPr lang="en-US" sz="1100" dirty="0"/>
          </a:p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G. Sudhakar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 Professor, Dept-CSE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DTIE-Projects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3F7221-D055-0100-93FE-836AA0F66CCA}"/>
              </a:ext>
            </a:extLst>
          </p:cNvPr>
          <p:cNvSpPr txBox="1"/>
          <p:nvPr/>
        </p:nvSpPr>
        <p:spPr>
          <a:xfrm>
            <a:off x="460482" y="303587"/>
            <a:ext cx="512333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Student Attendance Monitoring &amp; Analytics System For Colleges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474720" y="5486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E6F3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66160" y="548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548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5486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E6F3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548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548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74720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E6F3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66160" y="1600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06908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E6F3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1600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Generation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474720" y="265176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E6F3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566160" y="26517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26517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Voting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26480" y="265176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E6F3F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17920" y="26517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26517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Estimation &amp; Solution Concept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474720" y="370332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E6F3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566160" y="37033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406908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Prototype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26480" y="370332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E6F3F7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17920" y="37033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672084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6400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Tx/>
              <a:buChar char="●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Attendance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marking during class is time-consuming. 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●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cause errors and allow proxy attendance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calculate attendance percentages by hand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parents learn about shortages too late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Students with low attendance are not identified on time.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77D141-A551-85D8-4AD4-B9014D8E2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5" y="3291840"/>
            <a:ext cx="2888110" cy="1510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474720" y="5486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E6F3F7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0" y="822960"/>
            <a:ext cx="731520" cy="7315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005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17720" y="640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617720" y="1005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unfair marking, want to see their own attendance, dread shortage detention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474720" y="201168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E6F3F7"/>
          </a:solidFill>
          <a:ln/>
        </p:spPr>
      </p:sp>
      <p:sp>
        <p:nvSpPr>
          <p:cNvPr id="13" name="Shape 9"/>
          <p:cNvSpPr/>
          <p:nvPr/>
        </p:nvSpPr>
        <p:spPr>
          <a:xfrm>
            <a:off x="3657600" y="2286000"/>
            <a:ext cx="731520" cy="731520"/>
          </a:xfrm>
          <a:prstGeom prst="ellipse">
            <a:avLst/>
          </a:prstGeom>
          <a:solidFill>
            <a:srgbClr val="328CC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24688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1772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Faculty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617720" y="2468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teaching time, cannot catch proxies in large classes, repeat paperwork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474720" y="34747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E6F3F7"/>
          </a:solidFill>
          <a:ln/>
        </p:spPr>
      </p:sp>
      <p:sp>
        <p:nvSpPr>
          <p:cNvPr id="18" name="Shape 13"/>
          <p:cNvSpPr/>
          <p:nvPr/>
        </p:nvSpPr>
        <p:spPr>
          <a:xfrm>
            <a:off x="3657600" y="3749040"/>
            <a:ext cx="731520" cy="7315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93192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61772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HOD / Admin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4617720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timely, accurate reports for eligibility and accreditation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6B544F8-E2E4-BCBF-98FC-C0E30BDF8D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094242"/>
            <a:ext cx="30175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516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8689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31495" y="1026978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474720" y="5486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0F8B8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57600" y="5943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might we record and analyse attendance accurately, with minimal effort, and give every stakeholder timely insight?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2860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students, faculty, HODs, administrators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fast capture, proxy prevention, live percentages, alerts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attendance in under 1 minute; flag at-risk students early</a:t>
            </a:r>
            <a:endParaRPr lang="en-US" sz="1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34F7E9-C1E7-42FC-8FE3-5EAAFAE83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6" y="2447742"/>
            <a:ext cx="2970314" cy="19802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Generation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474720" y="5486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E6F3F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914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51960" y="548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126480" y="5486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E6F3F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9144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03720" y="548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3474720" y="19202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E6F3F7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28600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25196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NFC cards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126480" y="19202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E6F3F7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28600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0372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3474720" y="32918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E6F3F7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365760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25196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geofencing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6126480" y="32918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E6F3F7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365760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0372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SMS alerts</a:t>
            </a:r>
            <a:endParaRPr lang="en-US" sz="15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1E90B82-B4BF-75C3-7859-F6D02A144C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61" y="3108960"/>
            <a:ext cx="2733179" cy="1822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 Voting</a:t>
            </a:r>
            <a:endParaRPr lang="en-US" sz="1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474720" y="45720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474720" y="4160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Dynamic QR + mobile app. Replace with your team's real votes.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F9E5AA-FD35-F4F3-8A95-BE3985AE5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59" y="3169398"/>
            <a:ext cx="2774202" cy="1849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Estimation &amp; Solution Concept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474720" y="54864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0F8B8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74720" y="685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6–8 wks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234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working prototype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57800" y="54864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328CC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57800" y="685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1234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with open-source and free-tier cloud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040880" y="54864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0F8B8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040880" y="685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1234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login, QR, logs, analytics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23317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dynamic-QR attendance app plus cloud analytics dashboard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/ Flutter front end, Node.js and database back end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proxy scans and poor network, handled by time-limited codes and offline sync</a:t>
            </a:r>
            <a:endParaRPr lang="en-US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F024A6-3A22-9E16-7E2E-28A22A83C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80" y="3291840"/>
            <a:ext cx="2699359" cy="17995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&amp; Analytics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6400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percentage per student, subject and class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 when attendance falls below 75%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charts and defaulter lists for faculty and HODs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reports for exams, parents and accreditation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access for students, faculty and admin</a:t>
            </a:r>
            <a:endParaRPr lang="en-US" sz="1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A9EB90-841C-65C3-4569-7DC193637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59" y="3291840"/>
            <a:ext cx="2661781" cy="1774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Rough Prototype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474720" y="41148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E6F3F7"/>
          </a:solidFill>
          <a:ln/>
        </p:spPr>
      </p:sp>
      <p:sp>
        <p:nvSpPr>
          <p:cNvPr id="8" name="Shape 5"/>
          <p:cNvSpPr/>
          <p:nvPr/>
        </p:nvSpPr>
        <p:spPr>
          <a:xfrm>
            <a:off x="3611880" y="502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6217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51960" y="411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starts session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474720" y="1197864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E6F3F7"/>
          </a:solidFill>
          <a:ln/>
        </p:spPr>
      </p:sp>
      <p:sp>
        <p:nvSpPr>
          <p:cNvPr id="12" name="Shape 8"/>
          <p:cNvSpPr/>
          <p:nvPr/>
        </p:nvSpPr>
        <p:spPr>
          <a:xfrm>
            <a:off x="3611880" y="1289304"/>
            <a:ext cx="457200" cy="457200"/>
          </a:xfrm>
          <a:prstGeom prst="ellipse">
            <a:avLst/>
          </a:prstGeom>
          <a:solidFill>
            <a:srgbClr val="328CC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140817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51960" y="119786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shown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3474720" y="1984248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E6F3F7"/>
          </a:solidFill>
          <a:ln/>
        </p:spPr>
      </p:sp>
      <p:sp>
        <p:nvSpPr>
          <p:cNvPr id="16" name="Shape 11"/>
          <p:cNvSpPr/>
          <p:nvPr/>
        </p:nvSpPr>
        <p:spPr>
          <a:xfrm>
            <a:off x="3611880" y="207568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219456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51960" y="19842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scan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3474720" y="2770632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E6F3F7"/>
          </a:solidFill>
          <a:ln/>
        </p:spPr>
      </p:sp>
      <p:sp>
        <p:nvSpPr>
          <p:cNvPr id="20" name="Shape 14"/>
          <p:cNvSpPr/>
          <p:nvPr/>
        </p:nvSpPr>
        <p:spPr>
          <a:xfrm>
            <a:off x="3611880" y="2862072"/>
            <a:ext cx="457200" cy="457200"/>
          </a:xfrm>
          <a:prstGeom prst="ellipse">
            <a:avLst/>
          </a:prstGeom>
          <a:solidFill>
            <a:srgbClr val="328CC1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752" y="298094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51960" y="27706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database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3474720" y="3557016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E6F3F7"/>
          </a:solidFill>
          <a:ln/>
        </p:spPr>
      </p:sp>
      <p:sp>
        <p:nvSpPr>
          <p:cNvPr id="24" name="Shape 17"/>
          <p:cNvSpPr/>
          <p:nvPr/>
        </p:nvSpPr>
        <p:spPr>
          <a:xfrm>
            <a:off x="3611880" y="3648456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0752" y="3767328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251960" y="355701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alerts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347472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screen sketches here.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053B50"/>
          </a:solidFill>
          <a:ln w="12700">
            <a:solidFill>
              <a:srgbClr val="053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5" y="543155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274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/ Working Flow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21615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4358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27" y="1313811"/>
            <a:ext cx="152156" cy="1521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12161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Identification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65760" y="160020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1627632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427" y="1697859"/>
            <a:ext cx="152156" cy="1521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4400" y="1600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Capture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65760" y="1984248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7200" y="201168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427" y="2081907"/>
            <a:ext cx="152156" cy="1521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4400" y="19842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Verification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365760" y="2368296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57200" y="2395728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427" y="2465955"/>
            <a:ext cx="152156" cy="1521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4400" y="23682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Database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365760" y="2752344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57200" y="277977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427" y="2850003"/>
            <a:ext cx="152156" cy="1521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4400" y="2752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Processing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365760" y="313639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427" y="3234051"/>
            <a:ext cx="152156" cy="1521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14400" y="31363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365760" y="352044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57200" y="354787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427" y="3618099"/>
            <a:ext cx="152156" cy="1521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14400" y="3520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Alerts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365760" y="402336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053B50"/>
          </a:solidFill>
          <a:ln w="12700">
            <a:solidFill>
              <a:srgbClr val="053B50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502920" y="402336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1234440" y="411480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4667" y="4185027"/>
            <a:ext cx="152156" cy="15215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563624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2313432" y="411480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83659" y="4185027"/>
            <a:ext cx="152156" cy="152156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2642616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3392424" y="411480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2651" y="4185027"/>
            <a:ext cx="152156" cy="152156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3721608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45" name="Text 32"/>
          <p:cNvSpPr txBox="1"/>
          <p:nvPr/>
        </p:nvSpPr>
        <p:spPr>
          <a:xfrm>
            <a:off x="123444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B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 the System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4663440" y="27432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4800600" y="41148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2275" y="543155"/>
            <a:ext cx="285293" cy="285293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5486400" y="274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Analytics</a:t>
            </a:r>
            <a:endParaRPr lang="en-US" sz="1500" dirty="0"/>
          </a:p>
          <a:p>
            <a:r>
              <a:rPr lang="en-US" sz="1050" i="1" dirty="0">
                <a:solidFill>
                  <a:srgbClr val="DF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Attendance Data into Useful Insights</a:t>
            </a:r>
            <a:endParaRPr lang="en-US" sz="1500" dirty="0"/>
          </a:p>
        </p:txBody>
      </p:sp>
      <p:sp>
        <p:nvSpPr>
          <p:cNvPr id="50" name="Shape 36"/>
          <p:cNvSpPr/>
          <p:nvPr/>
        </p:nvSpPr>
        <p:spPr>
          <a:xfrm>
            <a:off x="4663440" y="123444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053B50"/>
          </a:solidFill>
          <a:ln w="12700">
            <a:solidFill>
              <a:srgbClr val="053B50"/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4846320" y="12344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Attendance</a:t>
            </a:r>
            <a:endParaRPr lang="en-US" sz="11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=</a:t>
            </a:r>
            <a:endParaRPr lang="en-US" sz="1100" dirty="0"/>
          </a:p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Attended ÷ Classes Conducted × 100</a:t>
            </a:r>
            <a:endParaRPr lang="en-US" sz="1100" dirty="0"/>
          </a:p>
        </p:txBody>
      </p:sp>
      <p:sp>
        <p:nvSpPr>
          <p:cNvPr id="52" name="Shape 38"/>
          <p:cNvSpPr/>
          <p:nvPr/>
        </p:nvSpPr>
        <p:spPr>
          <a:xfrm>
            <a:off x="4663440" y="233172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39"/>
          <p:cNvSpPr/>
          <p:nvPr/>
        </p:nvSpPr>
        <p:spPr>
          <a:xfrm>
            <a:off x="4754880" y="2404872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2663" y="2492655"/>
            <a:ext cx="190195" cy="190195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5193792" y="2404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Analysis</a:t>
            </a:r>
            <a:endParaRPr lang="en-US" sz="1100" dirty="0"/>
          </a:p>
        </p:txBody>
      </p:sp>
      <p:sp>
        <p:nvSpPr>
          <p:cNvPr id="56" name="Text 41"/>
          <p:cNvSpPr txBox="1"/>
          <p:nvPr/>
        </p:nvSpPr>
        <p:spPr>
          <a:xfrm>
            <a:off x="4773168" y="28346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attendance across different subjects.</a:t>
            </a:r>
            <a:endParaRPr lang="en-US" sz="1050" dirty="0"/>
          </a:p>
        </p:txBody>
      </p:sp>
      <p:sp>
        <p:nvSpPr>
          <p:cNvPr id="57" name="Shape 42"/>
          <p:cNvSpPr/>
          <p:nvPr/>
        </p:nvSpPr>
        <p:spPr>
          <a:xfrm>
            <a:off x="6766560" y="233172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43"/>
          <p:cNvSpPr/>
          <p:nvPr/>
        </p:nvSpPr>
        <p:spPr>
          <a:xfrm>
            <a:off x="6858000" y="2404872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5783" y="2492655"/>
            <a:ext cx="190195" cy="190195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7296912" y="2404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100" dirty="0"/>
          </a:p>
        </p:txBody>
      </p:sp>
      <p:sp>
        <p:nvSpPr>
          <p:cNvPr id="61" name="Text 45"/>
          <p:cNvSpPr txBox="1"/>
          <p:nvPr/>
        </p:nvSpPr>
        <p:spPr>
          <a:xfrm>
            <a:off x="6876288" y="28346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weekly or monthly attendance patterns.</a:t>
            </a:r>
            <a:endParaRPr lang="en-US" sz="1050" dirty="0"/>
          </a:p>
        </p:txBody>
      </p:sp>
      <p:sp>
        <p:nvSpPr>
          <p:cNvPr id="62" name="Text 46"/>
          <p:cNvSpPr txBox="1"/>
          <p:nvPr/>
        </p:nvSpPr>
        <p:spPr>
          <a:xfrm>
            <a:off x="4663440" y="3493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53B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Status</a:t>
            </a:r>
            <a:endParaRPr lang="en-US" sz="1200" dirty="0"/>
          </a:p>
        </p:txBody>
      </p:sp>
      <p:sp>
        <p:nvSpPr>
          <p:cNvPr id="63" name="Shape 47"/>
          <p:cNvSpPr/>
          <p:nvPr/>
        </p:nvSpPr>
        <p:spPr>
          <a:xfrm>
            <a:off x="4663440" y="379476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4" name="Text 48"/>
          <p:cNvSpPr txBox="1"/>
          <p:nvPr/>
        </p:nvSpPr>
        <p:spPr>
          <a:xfrm>
            <a:off x="4709160" y="37947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  <a:p>
            <a:pPr algn="ctr"/>
            <a:r>
              <a:rPr lang="en-US" sz="1100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and above</a:t>
            </a:r>
            <a:endParaRPr lang="en-US" sz="1400" dirty="0"/>
          </a:p>
        </p:txBody>
      </p:sp>
      <p:sp>
        <p:nvSpPr>
          <p:cNvPr id="65" name="Shape 49"/>
          <p:cNvSpPr/>
          <p:nvPr/>
        </p:nvSpPr>
        <p:spPr>
          <a:xfrm>
            <a:off x="6080760" y="379476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6" name="Text 50"/>
          <p:cNvSpPr txBox="1"/>
          <p:nvPr/>
        </p:nvSpPr>
        <p:spPr>
          <a:xfrm>
            <a:off x="6126480" y="37947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  <a:p>
            <a:pPr algn="ctr"/>
            <a:r>
              <a:rPr lang="en-US" sz="1100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– 84%</a:t>
            </a:r>
            <a:endParaRPr lang="en-US" sz="1400" dirty="0"/>
          </a:p>
        </p:txBody>
      </p:sp>
      <p:sp>
        <p:nvSpPr>
          <p:cNvPr id="67" name="Shape 51"/>
          <p:cNvSpPr/>
          <p:nvPr/>
        </p:nvSpPr>
        <p:spPr>
          <a:xfrm>
            <a:off x="7498080" y="379476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8" name="Text 52"/>
          <p:cNvSpPr txBox="1"/>
          <p:nvPr/>
        </p:nvSpPr>
        <p:spPr>
          <a:xfrm>
            <a:off x="7543800" y="37947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400" dirty="0"/>
          </a:p>
          <a:p>
            <a:pPr algn="ctr"/>
            <a:r>
              <a:rPr lang="en-US" sz="1100" dirty="0">
                <a:solidFill>
                  <a:srgbClr val="05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75%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Demonstration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6400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Faculty logs in and opens a class session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time-limited QR code is generated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Student scans it and is marked present instantly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Dashboard shows live percentage and flags students below 75%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 and alert are sent to HOD and parents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6400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class time and removes manual errors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proxy attendance with rotating QR codes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real-time analytics for early intervention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face recognition, LMS integration, predictive dropout alerts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900" dirty="0">
                <a:solidFill>
                  <a:srgbClr val="3D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43957E-CF74-BCD8-3AD7-56D694D736C9}"/>
              </a:ext>
            </a:extLst>
          </p:cNvPr>
          <p:cNvSpPr txBox="1"/>
          <p:nvPr/>
        </p:nvSpPr>
        <p:spPr>
          <a:xfrm>
            <a:off x="2468179" y="1740753"/>
            <a:ext cx="35366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8363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602</Words>
  <Application>Microsoft Office PowerPoint</Application>
  <PresentationFormat>On-screen Show (16:9)</PresentationFormat>
  <Paragraphs>145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Divya Peruri</cp:lastModifiedBy>
  <cp:revision>5</cp:revision>
  <dcterms:created xsi:type="dcterms:W3CDTF">2026-09-29T05:05:46Z</dcterms:created>
  <dcterms:modified xsi:type="dcterms:W3CDTF">2026-09-29T05:50:05Z</dcterms:modified>
</cp:coreProperties>
</file>