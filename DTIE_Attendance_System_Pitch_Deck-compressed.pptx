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dirty="0" spc="-55"/>
              <a:t>DTIE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dirty="0" spc="-114"/>
              <a:t>Department</a:t>
            </a:r>
            <a:r>
              <a:rPr dirty="0" spc="-190"/>
              <a:t> </a:t>
            </a:r>
            <a:r>
              <a:rPr dirty="0" spc="-55"/>
              <a:t>of</a:t>
            </a:r>
            <a:r>
              <a:rPr dirty="0" spc="-185"/>
              <a:t> </a:t>
            </a:r>
            <a:r>
              <a:rPr dirty="0" spc="-95"/>
              <a:t>Multi</a:t>
            </a:r>
            <a:r>
              <a:rPr dirty="0" spc="-190"/>
              <a:t> </a:t>
            </a:r>
            <a:r>
              <a:rPr dirty="0" spc="-114"/>
              <a:t>Disciplinary</a:t>
            </a:r>
            <a:r>
              <a:rPr dirty="0" spc="-195"/>
              <a:t> </a:t>
            </a:r>
            <a:r>
              <a:rPr dirty="0" spc="-110"/>
              <a:t>Innovation</a:t>
            </a:r>
            <a:r>
              <a:rPr dirty="0" spc="-190"/>
              <a:t> </a:t>
            </a:r>
            <a:r>
              <a:rPr dirty="0" spc="-20"/>
              <a:t>&amp;</a:t>
            </a:r>
            <a:r>
              <a:rPr dirty="0" spc="-160"/>
              <a:t> </a:t>
            </a:r>
            <a:r>
              <a:rPr dirty="0" spc="-85"/>
              <a:t>Entrepreneurship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dirty="0" spc="-55"/>
              <a:t>DTIE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dirty="0" spc="-114"/>
              <a:t>Department</a:t>
            </a:r>
            <a:r>
              <a:rPr dirty="0" spc="-190"/>
              <a:t> </a:t>
            </a:r>
            <a:r>
              <a:rPr dirty="0" spc="-55"/>
              <a:t>of</a:t>
            </a:r>
            <a:r>
              <a:rPr dirty="0" spc="-185"/>
              <a:t> </a:t>
            </a:r>
            <a:r>
              <a:rPr dirty="0" spc="-95"/>
              <a:t>Multi</a:t>
            </a:r>
            <a:r>
              <a:rPr dirty="0" spc="-190"/>
              <a:t> </a:t>
            </a:r>
            <a:r>
              <a:rPr dirty="0" spc="-114"/>
              <a:t>Disciplinary</a:t>
            </a:r>
            <a:r>
              <a:rPr dirty="0" spc="-195"/>
              <a:t> </a:t>
            </a:r>
            <a:r>
              <a:rPr dirty="0" spc="-110"/>
              <a:t>Innovation</a:t>
            </a:r>
            <a:r>
              <a:rPr dirty="0" spc="-190"/>
              <a:t> </a:t>
            </a:r>
            <a:r>
              <a:rPr dirty="0" spc="-20"/>
              <a:t>&amp;</a:t>
            </a:r>
            <a:r>
              <a:rPr dirty="0" spc="-160"/>
              <a:t> </a:t>
            </a:r>
            <a:r>
              <a:rPr dirty="0" spc="-85"/>
              <a:t>Entrepreneurship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dirty="0" spc="-55"/>
              <a:t>DTIE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dirty="0" spc="-114"/>
              <a:t>Department</a:t>
            </a:r>
            <a:r>
              <a:rPr dirty="0" spc="-190"/>
              <a:t> </a:t>
            </a:r>
            <a:r>
              <a:rPr dirty="0" spc="-55"/>
              <a:t>of</a:t>
            </a:r>
            <a:r>
              <a:rPr dirty="0" spc="-185"/>
              <a:t> </a:t>
            </a:r>
            <a:r>
              <a:rPr dirty="0" spc="-95"/>
              <a:t>Multi</a:t>
            </a:r>
            <a:r>
              <a:rPr dirty="0" spc="-190"/>
              <a:t> </a:t>
            </a:r>
            <a:r>
              <a:rPr dirty="0" spc="-114"/>
              <a:t>Disciplinary</a:t>
            </a:r>
            <a:r>
              <a:rPr dirty="0" spc="-195"/>
              <a:t> </a:t>
            </a:r>
            <a:r>
              <a:rPr dirty="0" spc="-110"/>
              <a:t>Innovation</a:t>
            </a:r>
            <a:r>
              <a:rPr dirty="0" spc="-190"/>
              <a:t> </a:t>
            </a:r>
            <a:r>
              <a:rPr dirty="0" spc="-20"/>
              <a:t>&amp;</a:t>
            </a:r>
            <a:r>
              <a:rPr dirty="0" spc="-160"/>
              <a:t> </a:t>
            </a:r>
            <a:r>
              <a:rPr dirty="0" spc="-85"/>
              <a:t>Entrepreneurship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dirty="0" spc="-55"/>
              <a:t>DTIE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dirty="0" spc="-114"/>
              <a:t>Department</a:t>
            </a:r>
            <a:r>
              <a:rPr dirty="0" spc="-190"/>
              <a:t> </a:t>
            </a:r>
            <a:r>
              <a:rPr dirty="0" spc="-55"/>
              <a:t>of</a:t>
            </a:r>
            <a:r>
              <a:rPr dirty="0" spc="-185"/>
              <a:t> </a:t>
            </a:r>
            <a:r>
              <a:rPr dirty="0" spc="-95"/>
              <a:t>Multi</a:t>
            </a:r>
            <a:r>
              <a:rPr dirty="0" spc="-190"/>
              <a:t> </a:t>
            </a:r>
            <a:r>
              <a:rPr dirty="0" spc="-114"/>
              <a:t>Disciplinary</a:t>
            </a:r>
            <a:r>
              <a:rPr dirty="0" spc="-195"/>
              <a:t> </a:t>
            </a:r>
            <a:r>
              <a:rPr dirty="0" spc="-110"/>
              <a:t>Innovation</a:t>
            </a:r>
            <a:r>
              <a:rPr dirty="0" spc="-190"/>
              <a:t> </a:t>
            </a:r>
            <a:r>
              <a:rPr dirty="0" spc="-20"/>
              <a:t>&amp;</a:t>
            </a:r>
            <a:r>
              <a:rPr dirty="0" spc="-160"/>
              <a:t> </a:t>
            </a:r>
            <a:r>
              <a:rPr dirty="0" spc="-85"/>
              <a:t>Entrepreneurship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dirty="0" spc="-55"/>
              <a:t>DTIE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dirty="0" spc="-114"/>
              <a:t>Department</a:t>
            </a:r>
            <a:r>
              <a:rPr dirty="0" spc="-190"/>
              <a:t> </a:t>
            </a:r>
            <a:r>
              <a:rPr dirty="0" spc="-55"/>
              <a:t>of</a:t>
            </a:r>
            <a:r>
              <a:rPr dirty="0" spc="-185"/>
              <a:t> </a:t>
            </a:r>
            <a:r>
              <a:rPr dirty="0" spc="-95"/>
              <a:t>Multi</a:t>
            </a:r>
            <a:r>
              <a:rPr dirty="0" spc="-190"/>
              <a:t> </a:t>
            </a:r>
            <a:r>
              <a:rPr dirty="0" spc="-114"/>
              <a:t>Disciplinary</a:t>
            </a:r>
            <a:r>
              <a:rPr dirty="0" spc="-195"/>
              <a:t> </a:t>
            </a:r>
            <a:r>
              <a:rPr dirty="0" spc="-110"/>
              <a:t>Innovation</a:t>
            </a:r>
            <a:r>
              <a:rPr dirty="0" spc="-190"/>
              <a:t> </a:t>
            </a:r>
            <a:r>
              <a:rPr dirty="0" spc="-20"/>
              <a:t>&amp;</a:t>
            </a:r>
            <a:r>
              <a:rPr dirty="0" spc="-160"/>
              <a:t> </a:t>
            </a:r>
            <a:r>
              <a:rPr dirty="0" spc="-85"/>
              <a:t>Entrepreneurship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6F7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1773" y="330707"/>
            <a:ext cx="937514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3419" y="1371600"/>
            <a:ext cx="6202680" cy="3071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33654" y="6381986"/>
            <a:ext cx="454659" cy="290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dirty="0" spc="-55"/>
              <a:t>DTIE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610360" y="6381986"/>
            <a:ext cx="5713095" cy="290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dirty="0" spc="-114"/>
              <a:t>Department</a:t>
            </a:r>
            <a:r>
              <a:rPr dirty="0" spc="-190"/>
              <a:t> </a:t>
            </a:r>
            <a:r>
              <a:rPr dirty="0" spc="-55"/>
              <a:t>of</a:t>
            </a:r>
            <a:r>
              <a:rPr dirty="0" spc="-185"/>
              <a:t> </a:t>
            </a:r>
            <a:r>
              <a:rPr dirty="0" spc="-95"/>
              <a:t>Multi</a:t>
            </a:r>
            <a:r>
              <a:rPr dirty="0" spc="-190"/>
              <a:t> </a:t>
            </a:r>
            <a:r>
              <a:rPr dirty="0" spc="-114"/>
              <a:t>Disciplinary</a:t>
            </a:r>
            <a:r>
              <a:rPr dirty="0" spc="-195"/>
              <a:t> </a:t>
            </a:r>
            <a:r>
              <a:rPr dirty="0" spc="-110"/>
              <a:t>Innovation</a:t>
            </a:r>
            <a:r>
              <a:rPr dirty="0" spc="-190"/>
              <a:t> </a:t>
            </a:r>
            <a:r>
              <a:rPr dirty="0" spc="-20"/>
              <a:t>&amp;</a:t>
            </a:r>
            <a:r>
              <a:rPr dirty="0" spc="-160"/>
              <a:t> </a:t>
            </a:r>
            <a:r>
              <a:rPr dirty="0" spc="-85"/>
              <a:t>Entrepreneurship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2.png"/><Relationship Id="rId6" Type="http://schemas.openxmlformats.org/officeDocument/2006/relationships/image" Target="../media/image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23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file://localhost/C:/Users/Divya/Downloads/attendance-system%20(1).html" TargetMode="Externa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A0B1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172973" y="0"/>
            <a:ext cx="11846560" cy="6852284"/>
            <a:chOff x="172973" y="0"/>
            <a:chExt cx="11846560" cy="6852284"/>
          </a:xfrm>
        </p:grpSpPr>
        <p:sp>
          <p:nvSpPr>
            <p:cNvPr id="4" name="object 4"/>
            <p:cNvSpPr/>
            <p:nvPr/>
          </p:nvSpPr>
          <p:spPr>
            <a:xfrm>
              <a:off x="394715" y="751331"/>
              <a:ext cx="11402695" cy="0"/>
            </a:xfrm>
            <a:custGeom>
              <a:avLst/>
              <a:gdLst/>
              <a:ahLst/>
              <a:cxnLst/>
              <a:rect l="l" t="t" r="r" b="b"/>
              <a:pathLst>
                <a:path w="11402695" h="0">
                  <a:moveTo>
                    <a:pt x="11402568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973" y="0"/>
              <a:ext cx="5923026" cy="68519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33921" y="0"/>
              <a:ext cx="5785104" cy="685190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920239" cy="1920239"/>
          </a:xfrm>
          <a:custGeom>
            <a:avLst/>
            <a:gdLst/>
            <a:ahLst/>
            <a:cxnLst/>
            <a:rect l="l" t="t" r="r" b="b"/>
            <a:pathLst>
              <a:path w="1920239" h="1920239">
                <a:moveTo>
                  <a:pt x="1806048" y="0"/>
                </a:moveTo>
                <a:lnTo>
                  <a:pt x="0" y="0"/>
                </a:lnTo>
                <a:lnTo>
                  <a:pt x="0" y="1806040"/>
                </a:lnTo>
                <a:lnTo>
                  <a:pt x="46370" y="1825367"/>
                </a:lnTo>
                <a:lnTo>
                  <a:pt x="89131" y="1841379"/>
                </a:lnTo>
                <a:lnTo>
                  <a:pt x="132553" y="1855996"/>
                </a:lnTo>
                <a:lnTo>
                  <a:pt x="176610" y="1869189"/>
                </a:lnTo>
                <a:lnTo>
                  <a:pt x="221274" y="1880932"/>
                </a:lnTo>
                <a:lnTo>
                  <a:pt x="266518" y="1891197"/>
                </a:lnTo>
                <a:lnTo>
                  <a:pt x="312315" y="1899958"/>
                </a:lnTo>
                <a:lnTo>
                  <a:pt x="358638" y="1907187"/>
                </a:lnTo>
                <a:lnTo>
                  <a:pt x="405459" y="1912857"/>
                </a:lnTo>
                <a:lnTo>
                  <a:pt x="452751" y="1916940"/>
                </a:lnTo>
                <a:lnTo>
                  <a:pt x="500487" y="1919410"/>
                </a:lnTo>
                <a:lnTo>
                  <a:pt x="548640" y="1920239"/>
                </a:lnTo>
                <a:lnTo>
                  <a:pt x="596795" y="1919410"/>
                </a:lnTo>
                <a:lnTo>
                  <a:pt x="644533" y="1916940"/>
                </a:lnTo>
                <a:lnTo>
                  <a:pt x="691827" y="1912857"/>
                </a:lnTo>
                <a:lnTo>
                  <a:pt x="738649" y="1907187"/>
                </a:lnTo>
                <a:lnTo>
                  <a:pt x="784973" y="1899958"/>
                </a:lnTo>
                <a:lnTo>
                  <a:pt x="830772" y="1891197"/>
                </a:lnTo>
                <a:lnTo>
                  <a:pt x="876017" y="1880932"/>
                </a:lnTo>
                <a:lnTo>
                  <a:pt x="920682" y="1869189"/>
                </a:lnTo>
                <a:lnTo>
                  <a:pt x="964740" y="1855996"/>
                </a:lnTo>
                <a:lnTo>
                  <a:pt x="1008163" y="1841379"/>
                </a:lnTo>
                <a:lnTo>
                  <a:pt x="1050925" y="1825367"/>
                </a:lnTo>
                <a:lnTo>
                  <a:pt x="1092998" y="1807986"/>
                </a:lnTo>
                <a:lnTo>
                  <a:pt x="1134354" y="1789264"/>
                </a:lnTo>
                <a:lnTo>
                  <a:pt x="1174967" y="1769227"/>
                </a:lnTo>
                <a:lnTo>
                  <a:pt x="1214810" y="1747903"/>
                </a:lnTo>
                <a:lnTo>
                  <a:pt x="1253855" y="1725319"/>
                </a:lnTo>
                <a:lnTo>
                  <a:pt x="1292076" y="1701502"/>
                </a:lnTo>
                <a:lnTo>
                  <a:pt x="1329444" y="1676480"/>
                </a:lnTo>
                <a:lnTo>
                  <a:pt x="1365933" y="1650279"/>
                </a:lnTo>
                <a:lnTo>
                  <a:pt x="1401515" y="1622927"/>
                </a:lnTo>
                <a:lnTo>
                  <a:pt x="1436164" y="1594451"/>
                </a:lnTo>
                <a:lnTo>
                  <a:pt x="1469852" y="1564879"/>
                </a:lnTo>
                <a:lnTo>
                  <a:pt x="1502552" y="1534236"/>
                </a:lnTo>
                <a:lnTo>
                  <a:pt x="1534236" y="1502552"/>
                </a:lnTo>
                <a:lnTo>
                  <a:pt x="1564879" y="1469852"/>
                </a:lnTo>
                <a:lnTo>
                  <a:pt x="1594451" y="1436164"/>
                </a:lnTo>
                <a:lnTo>
                  <a:pt x="1622927" y="1401515"/>
                </a:lnTo>
                <a:lnTo>
                  <a:pt x="1650279" y="1365933"/>
                </a:lnTo>
                <a:lnTo>
                  <a:pt x="1676480" y="1329444"/>
                </a:lnTo>
                <a:lnTo>
                  <a:pt x="1701502" y="1292076"/>
                </a:lnTo>
                <a:lnTo>
                  <a:pt x="1725319" y="1253855"/>
                </a:lnTo>
                <a:lnTo>
                  <a:pt x="1747903" y="1214810"/>
                </a:lnTo>
                <a:lnTo>
                  <a:pt x="1769227" y="1174967"/>
                </a:lnTo>
                <a:lnTo>
                  <a:pt x="1789264" y="1134354"/>
                </a:lnTo>
                <a:lnTo>
                  <a:pt x="1807986" y="1092998"/>
                </a:lnTo>
                <a:lnTo>
                  <a:pt x="1825367" y="1050925"/>
                </a:lnTo>
                <a:lnTo>
                  <a:pt x="1841379" y="1008163"/>
                </a:lnTo>
                <a:lnTo>
                  <a:pt x="1855996" y="964740"/>
                </a:lnTo>
                <a:lnTo>
                  <a:pt x="1869189" y="920682"/>
                </a:lnTo>
                <a:lnTo>
                  <a:pt x="1880932" y="876017"/>
                </a:lnTo>
                <a:lnTo>
                  <a:pt x="1891197" y="830772"/>
                </a:lnTo>
                <a:lnTo>
                  <a:pt x="1899958" y="784973"/>
                </a:lnTo>
                <a:lnTo>
                  <a:pt x="1907187" y="738649"/>
                </a:lnTo>
                <a:lnTo>
                  <a:pt x="1912857" y="691827"/>
                </a:lnTo>
                <a:lnTo>
                  <a:pt x="1916940" y="644533"/>
                </a:lnTo>
                <a:lnTo>
                  <a:pt x="1919410" y="596795"/>
                </a:lnTo>
                <a:lnTo>
                  <a:pt x="1920239" y="548639"/>
                </a:lnTo>
                <a:lnTo>
                  <a:pt x="1919410" y="500484"/>
                </a:lnTo>
                <a:lnTo>
                  <a:pt x="1916940" y="452746"/>
                </a:lnTo>
                <a:lnTo>
                  <a:pt x="1912857" y="405452"/>
                </a:lnTo>
                <a:lnTo>
                  <a:pt x="1907187" y="358630"/>
                </a:lnTo>
                <a:lnTo>
                  <a:pt x="1899958" y="312306"/>
                </a:lnTo>
                <a:lnTo>
                  <a:pt x="1891197" y="266507"/>
                </a:lnTo>
                <a:lnTo>
                  <a:pt x="1880932" y="221262"/>
                </a:lnTo>
                <a:lnTo>
                  <a:pt x="1869189" y="176597"/>
                </a:lnTo>
                <a:lnTo>
                  <a:pt x="1855996" y="132539"/>
                </a:lnTo>
                <a:lnTo>
                  <a:pt x="1841379" y="89116"/>
                </a:lnTo>
                <a:lnTo>
                  <a:pt x="1825367" y="46354"/>
                </a:lnTo>
                <a:lnTo>
                  <a:pt x="1807986" y="4281"/>
                </a:lnTo>
                <a:lnTo>
                  <a:pt x="1806048" y="0"/>
                </a:lnTo>
                <a:close/>
              </a:path>
            </a:pathLst>
          </a:custGeom>
          <a:solidFill>
            <a:srgbClr val="FC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986533" y="658367"/>
            <a:ext cx="8232140" cy="10623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21460" marR="5080" indent="-1508760">
              <a:lnSpc>
                <a:spcPct val="100000"/>
              </a:lnSpc>
              <a:spcBef>
                <a:spcPts val="100"/>
              </a:spcBef>
            </a:pPr>
            <a:r>
              <a:rPr dirty="0" sz="3400" b="1">
                <a:latin typeface="Calibri"/>
                <a:cs typeface="Calibri"/>
              </a:rPr>
              <a:t>Automated</a:t>
            </a:r>
            <a:r>
              <a:rPr dirty="0" sz="3400" spc="-180" b="1">
                <a:latin typeface="Calibri"/>
                <a:cs typeface="Calibri"/>
              </a:rPr>
              <a:t> </a:t>
            </a:r>
            <a:r>
              <a:rPr dirty="0" sz="3400" b="1">
                <a:latin typeface="Calibri"/>
                <a:cs typeface="Calibri"/>
              </a:rPr>
              <a:t>Student</a:t>
            </a:r>
            <a:r>
              <a:rPr dirty="0" sz="3400" spc="-150" b="1">
                <a:latin typeface="Calibri"/>
                <a:cs typeface="Calibri"/>
              </a:rPr>
              <a:t> </a:t>
            </a:r>
            <a:r>
              <a:rPr dirty="0" sz="3400" b="1">
                <a:latin typeface="Calibri"/>
                <a:cs typeface="Calibri"/>
              </a:rPr>
              <a:t>Attendance</a:t>
            </a:r>
            <a:r>
              <a:rPr dirty="0" sz="3400" spc="-160" b="1">
                <a:latin typeface="Calibri"/>
                <a:cs typeface="Calibri"/>
              </a:rPr>
              <a:t> </a:t>
            </a:r>
            <a:r>
              <a:rPr dirty="0" sz="3400" b="1">
                <a:latin typeface="Calibri"/>
                <a:cs typeface="Calibri"/>
              </a:rPr>
              <a:t>Monitoring</a:t>
            </a:r>
            <a:r>
              <a:rPr dirty="0" sz="3400" spc="-155" b="1">
                <a:latin typeface="Calibri"/>
                <a:cs typeface="Calibri"/>
              </a:rPr>
              <a:t> </a:t>
            </a:r>
            <a:r>
              <a:rPr dirty="0" sz="3400" spc="-50" b="1">
                <a:latin typeface="Calibri"/>
                <a:cs typeface="Calibri"/>
              </a:rPr>
              <a:t>&amp; </a:t>
            </a:r>
            <a:r>
              <a:rPr dirty="0" sz="3400" spc="-10" b="1">
                <a:latin typeface="Calibri"/>
                <a:cs typeface="Calibri"/>
              </a:rPr>
              <a:t>Analytics</a:t>
            </a:r>
            <a:r>
              <a:rPr dirty="0" sz="3400" spc="-105" b="1">
                <a:latin typeface="Calibri"/>
                <a:cs typeface="Calibri"/>
              </a:rPr>
              <a:t> </a:t>
            </a:r>
            <a:r>
              <a:rPr dirty="0" sz="3400" b="1">
                <a:latin typeface="Calibri"/>
                <a:cs typeface="Calibri"/>
              </a:rPr>
              <a:t>System</a:t>
            </a:r>
            <a:r>
              <a:rPr dirty="0" sz="3400" spc="-105" b="1">
                <a:latin typeface="Calibri"/>
                <a:cs typeface="Calibri"/>
              </a:rPr>
              <a:t> </a:t>
            </a:r>
            <a:r>
              <a:rPr dirty="0" sz="3400" b="1">
                <a:latin typeface="Calibri"/>
                <a:cs typeface="Calibri"/>
              </a:rPr>
              <a:t>for</a:t>
            </a:r>
            <a:r>
              <a:rPr dirty="0" sz="3400" spc="-120" b="1">
                <a:latin typeface="Calibri"/>
                <a:cs typeface="Calibri"/>
              </a:rPr>
              <a:t> </a:t>
            </a:r>
            <a:r>
              <a:rPr dirty="0" sz="3400" spc="-10" b="1">
                <a:latin typeface="Calibri"/>
                <a:cs typeface="Calibri"/>
              </a:rPr>
              <a:t>Colleges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241279" y="0"/>
            <a:ext cx="1950720" cy="1554480"/>
          </a:xfrm>
          <a:custGeom>
            <a:avLst/>
            <a:gdLst/>
            <a:ahLst/>
            <a:cxnLst/>
            <a:rect l="l" t="t" r="r" b="b"/>
            <a:pathLst>
              <a:path w="1950720" h="1554480">
                <a:moveTo>
                  <a:pt x="1950720" y="0"/>
                </a:moveTo>
                <a:lnTo>
                  <a:pt x="99663" y="0"/>
                </a:lnTo>
                <a:lnTo>
                  <a:pt x="95197" y="9456"/>
                </a:lnTo>
                <a:lnTo>
                  <a:pt x="77665" y="50910"/>
                </a:lnTo>
                <a:lnTo>
                  <a:pt x="61804" y="93213"/>
                </a:lnTo>
                <a:lnTo>
                  <a:pt x="47655" y="136321"/>
                </a:lnTo>
                <a:lnTo>
                  <a:pt x="35258" y="180195"/>
                </a:lnTo>
                <a:lnTo>
                  <a:pt x="24656" y="224792"/>
                </a:lnTo>
                <a:lnTo>
                  <a:pt x="15890" y="270073"/>
                </a:lnTo>
                <a:lnTo>
                  <a:pt x="8999" y="315995"/>
                </a:lnTo>
                <a:lnTo>
                  <a:pt x="4027" y="362517"/>
                </a:lnTo>
                <a:lnTo>
                  <a:pt x="1013" y="409599"/>
                </a:lnTo>
                <a:lnTo>
                  <a:pt x="0" y="457200"/>
                </a:lnTo>
                <a:lnTo>
                  <a:pt x="1013" y="504800"/>
                </a:lnTo>
                <a:lnTo>
                  <a:pt x="4027" y="551882"/>
                </a:lnTo>
                <a:lnTo>
                  <a:pt x="8999" y="598404"/>
                </a:lnTo>
                <a:lnTo>
                  <a:pt x="15890" y="644326"/>
                </a:lnTo>
                <a:lnTo>
                  <a:pt x="24656" y="689607"/>
                </a:lnTo>
                <a:lnTo>
                  <a:pt x="35258" y="734204"/>
                </a:lnTo>
                <a:lnTo>
                  <a:pt x="47655" y="778078"/>
                </a:lnTo>
                <a:lnTo>
                  <a:pt x="61804" y="821186"/>
                </a:lnTo>
                <a:lnTo>
                  <a:pt x="77665" y="863489"/>
                </a:lnTo>
                <a:lnTo>
                  <a:pt x="95197" y="904943"/>
                </a:lnTo>
                <a:lnTo>
                  <a:pt x="114358" y="945509"/>
                </a:lnTo>
                <a:lnTo>
                  <a:pt x="135108" y="985145"/>
                </a:lnTo>
                <a:lnTo>
                  <a:pt x="157405" y="1023810"/>
                </a:lnTo>
                <a:lnTo>
                  <a:pt x="181208" y="1061463"/>
                </a:lnTo>
                <a:lnTo>
                  <a:pt x="206476" y="1098063"/>
                </a:lnTo>
                <a:lnTo>
                  <a:pt x="233167" y="1133568"/>
                </a:lnTo>
                <a:lnTo>
                  <a:pt x="261241" y="1167938"/>
                </a:lnTo>
                <a:lnTo>
                  <a:pt x="290657" y="1201131"/>
                </a:lnTo>
                <a:lnTo>
                  <a:pt x="321373" y="1233106"/>
                </a:lnTo>
                <a:lnTo>
                  <a:pt x="353348" y="1263822"/>
                </a:lnTo>
                <a:lnTo>
                  <a:pt x="386541" y="1293238"/>
                </a:lnTo>
                <a:lnTo>
                  <a:pt x="420911" y="1321312"/>
                </a:lnTo>
                <a:lnTo>
                  <a:pt x="456416" y="1348003"/>
                </a:lnTo>
                <a:lnTo>
                  <a:pt x="493016" y="1373271"/>
                </a:lnTo>
                <a:lnTo>
                  <a:pt x="530669" y="1397074"/>
                </a:lnTo>
                <a:lnTo>
                  <a:pt x="569334" y="1419371"/>
                </a:lnTo>
                <a:lnTo>
                  <a:pt x="608970" y="1440121"/>
                </a:lnTo>
                <a:lnTo>
                  <a:pt x="649536" y="1459282"/>
                </a:lnTo>
                <a:lnTo>
                  <a:pt x="690990" y="1476814"/>
                </a:lnTo>
                <a:lnTo>
                  <a:pt x="733293" y="1492675"/>
                </a:lnTo>
                <a:lnTo>
                  <a:pt x="776401" y="1506824"/>
                </a:lnTo>
                <a:lnTo>
                  <a:pt x="820275" y="1519221"/>
                </a:lnTo>
                <a:lnTo>
                  <a:pt x="864872" y="1529823"/>
                </a:lnTo>
                <a:lnTo>
                  <a:pt x="910153" y="1538589"/>
                </a:lnTo>
                <a:lnTo>
                  <a:pt x="956075" y="1545480"/>
                </a:lnTo>
                <a:lnTo>
                  <a:pt x="1002597" y="1550452"/>
                </a:lnTo>
                <a:lnTo>
                  <a:pt x="1049679" y="1553466"/>
                </a:lnTo>
                <a:lnTo>
                  <a:pt x="1097279" y="1554479"/>
                </a:lnTo>
                <a:lnTo>
                  <a:pt x="1144880" y="1553466"/>
                </a:lnTo>
                <a:lnTo>
                  <a:pt x="1191962" y="1550452"/>
                </a:lnTo>
                <a:lnTo>
                  <a:pt x="1238484" y="1545480"/>
                </a:lnTo>
                <a:lnTo>
                  <a:pt x="1284406" y="1538589"/>
                </a:lnTo>
                <a:lnTo>
                  <a:pt x="1329687" y="1529823"/>
                </a:lnTo>
                <a:lnTo>
                  <a:pt x="1374284" y="1519221"/>
                </a:lnTo>
                <a:lnTo>
                  <a:pt x="1418158" y="1506824"/>
                </a:lnTo>
                <a:lnTo>
                  <a:pt x="1461266" y="1492675"/>
                </a:lnTo>
                <a:lnTo>
                  <a:pt x="1503569" y="1476814"/>
                </a:lnTo>
                <a:lnTo>
                  <a:pt x="1545023" y="1459282"/>
                </a:lnTo>
                <a:lnTo>
                  <a:pt x="1585589" y="1440121"/>
                </a:lnTo>
                <a:lnTo>
                  <a:pt x="1625225" y="1419371"/>
                </a:lnTo>
                <a:lnTo>
                  <a:pt x="1663890" y="1397074"/>
                </a:lnTo>
                <a:lnTo>
                  <a:pt x="1701543" y="1373271"/>
                </a:lnTo>
                <a:lnTo>
                  <a:pt x="1738143" y="1348003"/>
                </a:lnTo>
                <a:lnTo>
                  <a:pt x="1773648" y="1321312"/>
                </a:lnTo>
                <a:lnTo>
                  <a:pt x="1808018" y="1293238"/>
                </a:lnTo>
                <a:lnTo>
                  <a:pt x="1841211" y="1263822"/>
                </a:lnTo>
                <a:lnTo>
                  <a:pt x="1873186" y="1233106"/>
                </a:lnTo>
                <a:lnTo>
                  <a:pt x="1903902" y="1201131"/>
                </a:lnTo>
                <a:lnTo>
                  <a:pt x="1933318" y="1167938"/>
                </a:lnTo>
                <a:lnTo>
                  <a:pt x="1950720" y="1146634"/>
                </a:lnTo>
                <a:lnTo>
                  <a:pt x="1950720" y="0"/>
                </a:lnTo>
                <a:close/>
              </a:path>
            </a:pathLst>
          </a:custGeom>
          <a:solidFill>
            <a:srgbClr val="FFF3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330197" y="2458466"/>
            <a:ext cx="9696450" cy="2382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3200" spc="-110">
                <a:solidFill>
                  <a:srgbClr val="00AFEF"/>
                </a:solidFill>
                <a:latin typeface="Trebuchet MS"/>
                <a:cs typeface="Trebuchet MS"/>
              </a:rPr>
              <a:t>Design</a:t>
            </a:r>
            <a:r>
              <a:rPr dirty="0" sz="3200" spc="-195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dirty="0" sz="3200" spc="-114">
                <a:solidFill>
                  <a:srgbClr val="00AFEF"/>
                </a:solidFill>
                <a:latin typeface="Trebuchet MS"/>
                <a:cs typeface="Trebuchet MS"/>
              </a:rPr>
              <a:t>Thinking</a:t>
            </a:r>
            <a:r>
              <a:rPr dirty="0" sz="3200" spc="-18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dirty="0" sz="3200" spc="-85">
                <a:solidFill>
                  <a:srgbClr val="00AFEF"/>
                </a:solidFill>
                <a:latin typeface="Trebuchet MS"/>
                <a:cs typeface="Trebuchet MS"/>
              </a:rPr>
              <a:t>for</a:t>
            </a:r>
            <a:r>
              <a:rPr dirty="0" sz="3200" spc="-195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dirty="0" sz="3200" spc="-114">
                <a:solidFill>
                  <a:srgbClr val="00AFEF"/>
                </a:solidFill>
                <a:latin typeface="Trebuchet MS"/>
                <a:cs typeface="Trebuchet MS"/>
              </a:rPr>
              <a:t>innovation</a:t>
            </a:r>
            <a:r>
              <a:rPr dirty="0" sz="3200" spc="-195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dirty="0" sz="3200" spc="-30">
                <a:solidFill>
                  <a:srgbClr val="00AFEF"/>
                </a:solidFill>
                <a:latin typeface="Trebuchet MS"/>
                <a:cs typeface="Trebuchet MS"/>
              </a:rPr>
              <a:t>&amp;</a:t>
            </a:r>
            <a:r>
              <a:rPr dirty="0" sz="3200" spc="-195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dirty="0" sz="3200" spc="-120">
                <a:solidFill>
                  <a:srgbClr val="00AFEF"/>
                </a:solidFill>
                <a:latin typeface="Trebuchet MS"/>
                <a:cs typeface="Trebuchet MS"/>
              </a:rPr>
              <a:t>Entrepreneurship</a:t>
            </a:r>
            <a:r>
              <a:rPr dirty="0" sz="3200" spc="-165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dirty="0" sz="3200" spc="-10">
                <a:solidFill>
                  <a:srgbClr val="00AFEF"/>
                </a:solidFill>
                <a:latin typeface="Trebuchet MS"/>
                <a:cs typeface="Trebuchet MS"/>
              </a:rPr>
              <a:t>(DTIE)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3200">
              <a:latin typeface="Trebuchet MS"/>
              <a:cs typeface="Trebuchet MS"/>
            </a:endParaRPr>
          </a:p>
          <a:p>
            <a:pPr algn="ctr" marL="1905">
              <a:lnSpc>
                <a:spcPct val="100000"/>
              </a:lnSpc>
            </a:pPr>
            <a:r>
              <a:rPr dirty="0" sz="3200" spc="-110">
                <a:solidFill>
                  <a:srgbClr val="C00000"/>
                </a:solidFill>
                <a:latin typeface="Trebuchet MS"/>
                <a:cs typeface="Trebuchet MS"/>
              </a:rPr>
              <a:t>Section</a:t>
            </a:r>
            <a:r>
              <a:rPr dirty="0" sz="3200" spc="-21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dirty="0" sz="3200">
                <a:solidFill>
                  <a:srgbClr val="C00000"/>
                </a:solidFill>
                <a:latin typeface="Trebuchet MS"/>
                <a:cs typeface="Trebuchet MS"/>
              </a:rPr>
              <a:t>:</a:t>
            </a:r>
            <a:r>
              <a:rPr dirty="0" sz="3200" spc="-21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dirty="0" sz="3200" spc="-50">
                <a:solidFill>
                  <a:srgbClr val="C00000"/>
                </a:solidFill>
                <a:latin typeface="Trebuchet MS"/>
                <a:cs typeface="Trebuchet MS"/>
              </a:rPr>
              <a:t>9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3200">
              <a:latin typeface="Trebuchet MS"/>
              <a:cs typeface="Trebuchet MS"/>
            </a:endParaRPr>
          </a:p>
          <a:p>
            <a:pPr algn="ctr" marL="1270">
              <a:lnSpc>
                <a:spcPct val="100000"/>
              </a:lnSpc>
            </a:pPr>
            <a:r>
              <a:rPr dirty="0" sz="2400" spc="-100">
                <a:solidFill>
                  <a:srgbClr val="00AF50"/>
                </a:solidFill>
                <a:latin typeface="Trebuchet MS"/>
                <a:cs typeface="Trebuchet MS"/>
              </a:rPr>
              <a:t>Project </a:t>
            </a:r>
            <a:r>
              <a:rPr dirty="0" sz="2400" spc="-120">
                <a:solidFill>
                  <a:srgbClr val="00AF50"/>
                </a:solidFill>
                <a:latin typeface="Trebuchet MS"/>
                <a:cs typeface="Trebuchet MS"/>
              </a:rPr>
              <a:t>Batch-</a:t>
            </a:r>
            <a:r>
              <a:rPr dirty="0" sz="2400" spc="-50">
                <a:solidFill>
                  <a:srgbClr val="00AF50"/>
                </a:solidFill>
                <a:latin typeface="Trebuchet MS"/>
                <a:cs typeface="Trebuchet MS"/>
              </a:rPr>
              <a:t>A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66359" y="5806440"/>
            <a:ext cx="685800" cy="685800"/>
            <a:chOff x="5166359" y="5806440"/>
            <a:chExt cx="685800" cy="685800"/>
          </a:xfrm>
        </p:grpSpPr>
        <p:sp>
          <p:nvSpPr>
            <p:cNvPr id="8" name="object 8"/>
            <p:cNvSpPr/>
            <p:nvPr/>
          </p:nvSpPr>
          <p:spPr>
            <a:xfrm>
              <a:off x="5166359" y="580644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342900" y="0"/>
                  </a:moveTo>
                  <a:lnTo>
                    <a:pt x="296375" y="3130"/>
                  </a:lnTo>
                  <a:lnTo>
                    <a:pt x="251751" y="12248"/>
                  </a:lnTo>
                  <a:lnTo>
                    <a:pt x="209436" y="26946"/>
                  </a:lnTo>
                  <a:lnTo>
                    <a:pt x="169841" y="46815"/>
                  </a:lnTo>
                  <a:lnTo>
                    <a:pt x="133373" y="71446"/>
                  </a:lnTo>
                  <a:lnTo>
                    <a:pt x="100441" y="100431"/>
                  </a:lnTo>
                  <a:lnTo>
                    <a:pt x="71454" y="133362"/>
                  </a:lnTo>
                  <a:lnTo>
                    <a:pt x="46820" y="169830"/>
                  </a:lnTo>
                  <a:lnTo>
                    <a:pt x="26949" y="209426"/>
                  </a:lnTo>
                  <a:lnTo>
                    <a:pt x="12250" y="251742"/>
                  </a:lnTo>
                  <a:lnTo>
                    <a:pt x="3130" y="296369"/>
                  </a:lnTo>
                  <a:lnTo>
                    <a:pt x="0" y="342900"/>
                  </a:lnTo>
                  <a:lnTo>
                    <a:pt x="3130" y="389430"/>
                  </a:lnTo>
                  <a:lnTo>
                    <a:pt x="12250" y="434057"/>
                  </a:lnTo>
                  <a:lnTo>
                    <a:pt x="26949" y="476373"/>
                  </a:lnTo>
                  <a:lnTo>
                    <a:pt x="46820" y="515969"/>
                  </a:lnTo>
                  <a:lnTo>
                    <a:pt x="71454" y="552437"/>
                  </a:lnTo>
                  <a:lnTo>
                    <a:pt x="100441" y="585368"/>
                  </a:lnTo>
                  <a:lnTo>
                    <a:pt x="133373" y="614353"/>
                  </a:lnTo>
                  <a:lnTo>
                    <a:pt x="169841" y="638984"/>
                  </a:lnTo>
                  <a:lnTo>
                    <a:pt x="209436" y="658853"/>
                  </a:lnTo>
                  <a:lnTo>
                    <a:pt x="251751" y="673551"/>
                  </a:lnTo>
                  <a:lnTo>
                    <a:pt x="296375" y="682669"/>
                  </a:lnTo>
                  <a:lnTo>
                    <a:pt x="342900" y="685800"/>
                  </a:lnTo>
                  <a:lnTo>
                    <a:pt x="389424" y="682669"/>
                  </a:lnTo>
                  <a:lnTo>
                    <a:pt x="434048" y="673551"/>
                  </a:lnTo>
                  <a:lnTo>
                    <a:pt x="476363" y="658853"/>
                  </a:lnTo>
                  <a:lnTo>
                    <a:pt x="515958" y="638984"/>
                  </a:lnTo>
                  <a:lnTo>
                    <a:pt x="552426" y="614353"/>
                  </a:lnTo>
                  <a:lnTo>
                    <a:pt x="585358" y="585368"/>
                  </a:lnTo>
                  <a:lnTo>
                    <a:pt x="614345" y="552437"/>
                  </a:lnTo>
                  <a:lnTo>
                    <a:pt x="638979" y="515969"/>
                  </a:lnTo>
                  <a:lnTo>
                    <a:pt x="658850" y="476373"/>
                  </a:lnTo>
                  <a:lnTo>
                    <a:pt x="673549" y="434057"/>
                  </a:lnTo>
                  <a:lnTo>
                    <a:pt x="682669" y="389430"/>
                  </a:lnTo>
                  <a:lnTo>
                    <a:pt x="685800" y="342900"/>
                  </a:lnTo>
                  <a:lnTo>
                    <a:pt x="682669" y="296369"/>
                  </a:lnTo>
                  <a:lnTo>
                    <a:pt x="673549" y="251742"/>
                  </a:lnTo>
                  <a:lnTo>
                    <a:pt x="658850" y="209426"/>
                  </a:lnTo>
                  <a:lnTo>
                    <a:pt x="638979" y="169830"/>
                  </a:lnTo>
                  <a:lnTo>
                    <a:pt x="614345" y="133362"/>
                  </a:lnTo>
                  <a:lnTo>
                    <a:pt x="585358" y="100431"/>
                  </a:lnTo>
                  <a:lnTo>
                    <a:pt x="552426" y="71446"/>
                  </a:lnTo>
                  <a:lnTo>
                    <a:pt x="515958" y="46815"/>
                  </a:lnTo>
                  <a:lnTo>
                    <a:pt x="476363" y="26946"/>
                  </a:lnTo>
                  <a:lnTo>
                    <a:pt x="434048" y="12248"/>
                  </a:lnTo>
                  <a:lnTo>
                    <a:pt x="389424" y="313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qrcode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60978" y="6001059"/>
              <a:ext cx="301195" cy="301195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6080759" y="5806440"/>
            <a:ext cx="685800" cy="685800"/>
            <a:chOff x="6080759" y="5806440"/>
            <a:chExt cx="685800" cy="685800"/>
          </a:xfrm>
        </p:grpSpPr>
        <p:sp>
          <p:nvSpPr>
            <p:cNvPr id="11" name="object 11"/>
            <p:cNvSpPr/>
            <p:nvPr/>
          </p:nvSpPr>
          <p:spPr>
            <a:xfrm>
              <a:off x="6080759" y="580644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342900" y="0"/>
                  </a:moveTo>
                  <a:lnTo>
                    <a:pt x="296375" y="3130"/>
                  </a:lnTo>
                  <a:lnTo>
                    <a:pt x="251751" y="12248"/>
                  </a:lnTo>
                  <a:lnTo>
                    <a:pt x="209436" y="26946"/>
                  </a:lnTo>
                  <a:lnTo>
                    <a:pt x="169841" y="46815"/>
                  </a:lnTo>
                  <a:lnTo>
                    <a:pt x="133373" y="71446"/>
                  </a:lnTo>
                  <a:lnTo>
                    <a:pt x="100441" y="100431"/>
                  </a:lnTo>
                  <a:lnTo>
                    <a:pt x="71454" y="133362"/>
                  </a:lnTo>
                  <a:lnTo>
                    <a:pt x="46820" y="169830"/>
                  </a:lnTo>
                  <a:lnTo>
                    <a:pt x="26949" y="209426"/>
                  </a:lnTo>
                  <a:lnTo>
                    <a:pt x="12250" y="251742"/>
                  </a:lnTo>
                  <a:lnTo>
                    <a:pt x="3130" y="296369"/>
                  </a:lnTo>
                  <a:lnTo>
                    <a:pt x="0" y="342900"/>
                  </a:lnTo>
                  <a:lnTo>
                    <a:pt x="3130" y="389430"/>
                  </a:lnTo>
                  <a:lnTo>
                    <a:pt x="12250" y="434057"/>
                  </a:lnTo>
                  <a:lnTo>
                    <a:pt x="26949" y="476373"/>
                  </a:lnTo>
                  <a:lnTo>
                    <a:pt x="46820" y="515969"/>
                  </a:lnTo>
                  <a:lnTo>
                    <a:pt x="71454" y="552437"/>
                  </a:lnTo>
                  <a:lnTo>
                    <a:pt x="100441" y="585368"/>
                  </a:lnTo>
                  <a:lnTo>
                    <a:pt x="133373" y="614353"/>
                  </a:lnTo>
                  <a:lnTo>
                    <a:pt x="169841" y="638984"/>
                  </a:lnTo>
                  <a:lnTo>
                    <a:pt x="209436" y="658853"/>
                  </a:lnTo>
                  <a:lnTo>
                    <a:pt x="251751" y="673551"/>
                  </a:lnTo>
                  <a:lnTo>
                    <a:pt x="296375" y="682669"/>
                  </a:lnTo>
                  <a:lnTo>
                    <a:pt x="342900" y="685800"/>
                  </a:lnTo>
                  <a:lnTo>
                    <a:pt x="389424" y="682669"/>
                  </a:lnTo>
                  <a:lnTo>
                    <a:pt x="434048" y="673551"/>
                  </a:lnTo>
                  <a:lnTo>
                    <a:pt x="476363" y="658853"/>
                  </a:lnTo>
                  <a:lnTo>
                    <a:pt x="515958" y="638984"/>
                  </a:lnTo>
                  <a:lnTo>
                    <a:pt x="552426" y="614353"/>
                  </a:lnTo>
                  <a:lnTo>
                    <a:pt x="585358" y="585368"/>
                  </a:lnTo>
                  <a:lnTo>
                    <a:pt x="614345" y="552437"/>
                  </a:lnTo>
                  <a:lnTo>
                    <a:pt x="638979" y="515969"/>
                  </a:lnTo>
                  <a:lnTo>
                    <a:pt x="658850" y="476373"/>
                  </a:lnTo>
                  <a:lnTo>
                    <a:pt x="673549" y="434057"/>
                  </a:lnTo>
                  <a:lnTo>
                    <a:pt x="682669" y="389430"/>
                  </a:lnTo>
                  <a:lnTo>
                    <a:pt x="685800" y="342900"/>
                  </a:lnTo>
                  <a:lnTo>
                    <a:pt x="682669" y="296369"/>
                  </a:lnTo>
                  <a:lnTo>
                    <a:pt x="673549" y="251742"/>
                  </a:lnTo>
                  <a:lnTo>
                    <a:pt x="658850" y="209426"/>
                  </a:lnTo>
                  <a:lnTo>
                    <a:pt x="638979" y="169830"/>
                  </a:lnTo>
                  <a:lnTo>
                    <a:pt x="614345" y="133362"/>
                  </a:lnTo>
                  <a:lnTo>
                    <a:pt x="585358" y="100431"/>
                  </a:lnTo>
                  <a:lnTo>
                    <a:pt x="552426" y="71446"/>
                  </a:lnTo>
                  <a:lnTo>
                    <a:pt x="515958" y="46815"/>
                  </a:lnTo>
                  <a:lnTo>
                    <a:pt x="476363" y="26946"/>
                  </a:lnTo>
                  <a:lnTo>
                    <a:pt x="434048" y="12248"/>
                  </a:lnTo>
                  <a:lnTo>
                    <a:pt x="389424" y="313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1F4E9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mobil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17082" y="5977890"/>
              <a:ext cx="217787" cy="342900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995159" y="5806440"/>
            <a:ext cx="685800" cy="685800"/>
            <a:chOff x="6995159" y="5806440"/>
            <a:chExt cx="685800" cy="685800"/>
          </a:xfrm>
        </p:grpSpPr>
        <p:sp>
          <p:nvSpPr>
            <p:cNvPr id="14" name="object 14"/>
            <p:cNvSpPr/>
            <p:nvPr/>
          </p:nvSpPr>
          <p:spPr>
            <a:xfrm>
              <a:off x="6995159" y="580644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342900" y="0"/>
                  </a:moveTo>
                  <a:lnTo>
                    <a:pt x="296375" y="3130"/>
                  </a:lnTo>
                  <a:lnTo>
                    <a:pt x="251751" y="12248"/>
                  </a:lnTo>
                  <a:lnTo>
                    <a:pt x="209436" y="26946"/>
                  </a:lnTo>
                  <a:lnTo>
                    <a:pt x="169841" y="46815"/>
                  </a:lnTo>
                  <a:lnTo>
                    <a:pt x="133373" y="71446"/>
                  </a:lnTo>
                  <a:lnTo>
                    <a:pt x="100441" y="100431"/>
                  </a:lnTo>
                  <a:lnTo>
                    <a:pt x="71454" y="133362"/>
                  </a:lnTo>
                  <a:lnTo>
                    <a:pt x="46820" y="169830"/>
                  </a:lnTo>
                  <a:lnTo>
                    <a:pt x="26949" y="209426"/>
                  </a:lnTo>
                  <a:lnTo>
                    <a:pt x="12250" y="251742"/>
                  </a:lnTo>
                  <a:lnTo>
                    <a:pt x="3130" y="296369"/>
                  </a:lnTo>
                  <a:lnTo>
                    <a:pt x="0" y="342900"/>
                  </a:lnTo>
                  <a:lnTo>
                    <a:pt x="3130" y="389430"/>
                  </a:lnTo>
                  <a:lnTo>
                    <a:pt x="12250" y="434057"/>
                  </a:lnTo>
                  <a:lnTo>
                    <a:pt x="26949" y="476373"/>
                  </a:lnTo>
                  <a:lnTo>
                    <a:pt x="46820" y="515969"/>
                  </a:lnTo>
                  <a:lnTo>
                    <a:pt x="71454" y="552437"/>
                  </a:lnTo>
                  <a:lnTo>
                    <a:pt x="100441" y="585368"/>
                  </a:lnTo>
                  <a:lnTo>
                    <a:pt x="133373" y="614353"/>
                  </a:lnTo>
                  <a:lnTo>
                    <a:pt x="169841" y="638984"/>
                  </a:lnTo>
                  <a:lnTo>
                    <a:pt x="209436" y="658853"/>
                  </a:lnTo>
                  <a:lnTo>
                    <a:pt x="251751" y="673551"/>
                  </a:lnTo>
                  <a:lnTo>
                    <a:pt x="296375" y="682669"/>
                  </a:lnTo>
                  <a:lnTo>
                    <a:pt x="342900" y="685800"/>
                  </a:lnTo>
                  <a:lnTo>
                    <a:pt x="389424" y="682669"/>
                  </a:lnTo>
                  <a:lnTo>
                    <a:pt x="434048" y="673551"/>
                  </a:lnTo>
                  <a:lnTo>
                    <a:pt x="476363" y="658853"/>
                  </a:lnTo>
                  <a:lnTo>
                    <a:pt x="515958" y="638984"/>
                  </a:lnTo>
                  <a:lnTo>
                    <a:pt x="552426" y="614353"/>
                  </a:lnTo>
                  <a:lnTo>
                    <a:pt x="585358" y="585368"/>
                  </a:lnTo>
                  <a:lnTo>
                    <a:pt x="614345" y="552437"/>
                  </a:lnTo>
                  <a:lnTo>
                    <a:pt x="638979" y="515969"/>
                  </a:lnTo>
                  <a:lnTo>
                    <a:pt x="658850" y="476373"/>
                  </a:lnTo>
                  <a:lnTo>
                    <a:pt x="673549" y="434057"/>
                  </a:lnTo>
                  <a:lnTo>
                    <a:pt x="682669" y="389430"/>
                  </a:lnTo>
                  <a:lnTo>
                    <a:pt x="685800" y="342900"/>
                  </a:lnTo>
                  <a:lnTo>
                    <a:pt x="682669" y="296369"/>
                  </a:lnTo>
                  <a:lnTo>
                    <a:pt x="673549" y="251742"/>
                  </a:lnTo>
                  <a:lnTo>
                    <a:pt x="658850" y="209426"/>
                  </a:lnTo>
                  <a:lnTo>
                    <a:pt x="638979" y="169830"/>
                  </a:lnTo>
                  <a:lnTo>
                    <a:pt x="614345" y="133362"/>
                  </a:lnTo>
                  <a:lnTo>
                    <a:pt x="585358" y="100431"/>
                  </a:lnTo>
                  <a:lnTo>
                    <a:pt x="552426" y="71446"/>
                  </a:lnTo>
                  <a:lnTo>
                    <a:pt x="515958" y="46815"/>
                  </a:lnTo>
                  <a:lnTo>
                    <a:pt x="476363" y="26946"/>
                  </a:lnTo>
                  <a:lnTo>
                    <a:pt x="434048" y="12248"/>
                  </a:lnTo>
                  <a:lnTo>
                    <a:pt x="389424" y="313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0F8F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chartbar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66609" y="6019594"/>
              <a:ext cx="342900" cy="259491"/>
            </a:xfrm>
            <a:prstGeom prst="rect">
              <a:avLst/>
            </a:prstGeom>
          </p:spPr>
        </p:pic>
      </p:grpSp>
      <p:sp>
        <p:nvSpPr>
          <p:cNvPr id="2" name="object 2"/>
          <p:cNvSpPr/>
          <p:nvPr/>
        </p:nvSpPr>
        <p:spPr>
          <a:xfrm>
            <a:off x="9966959" y="4846320"/>
            <a:ext cx="2225040" cy="2011680"/>
          </a:xfrm>
          <a:custGeom>
            <a:avLst/>
            <a:gdLst/>
            <a:ahLst/>
            <a:cxnLst/>
            <a:rect l="l" t="t" r="r" b="b"/>
            <a:pathLst>
              <a:path w="2225040" h="2011679">
                <a:moveTo>
                  <a:pt x="1645920" y="0"/>
                </a:moveTo>
                <a:lnTo>
                  <a:pt x="1597387" y="701"/>
                </a:lnTo>
                <a:lnTo>
                  <a:pt x="1549204" y="2793"/>
                </a:lnTo>
                <a:lnTo>
                  <a:pt x="1501389" y="6257"/>
                </a:lnTo>
                <a:lnTo>
                  <a:pt x="1453961" y="11072"/>
                </a:lnTo>
                <a:lnTo>
                  <a:pt x="1406940" y="17220"/>
                </a:lnTo>
                <a:lnTo>
                  <a:pt x="1360345" y="24681"/>
                </a:lnTo>
                <a:lnTo>
                  <a:pt x="1314195" y="33437"/>
                </a:lnTo>
                <a:lnTo>
                  <a:pt x="1268510" y="43467"/>
                </a:lnTo>
                <a:lnTo>
                  <a:pt x="1223308" y="54752"/>
                </a:lnTo>
                <a:lnTo>
                  <a:pt x="1178609" y="67274"/>
                </a:lnTo>
                <a:lnTo>
                  <a:pt x="1134433" y="81013"/>
                </a:lnTo>
                <a:lnTo>
                  <a:pt x="1090799" y="95949"/>
                </a:lnTo>
                <a:lnTo>
                  <a:pt x="1047725" y="112064"/>
                </a:lnTo>
                <a:lnTo>
                  <a:pt x="1005232" y="129337"/>
                </a:lnTo>
                <a:lnTo>
                  <a:pt x="963339" y="147750"/>
                </a:lnTo>
                <a:lnTo>
                  <a:pt x="922064" y="167284"/>
                </a:lnTo>
                <a:lnTo>
                  <a:pt x="881427" y="187919"/>
                </a:lnTo>
                <a:lnTo>
                  <a:pt x="841448" y="209636"/>
                </a:lnTo>
                <a:lnTo>
                  <a:pt x="802146" y="232415"/>
                </a:lnTo>
                <a:lnTo>
                  <a:pt x="763539" y="256237"/>
                </a:lnTo>
                <a:lnTo>
                  <a:pt x="725648" y="281084"/>
                </a:lnTo>
                <a:lnTo>
                  <a:pt x="688492" y="306935"/>
                </a:lnTo>
                <a:lnTo>
                  <a:pt x="652089" y="333771"/>
                </a:lnTo>
                <a:lnTo>
                  <a:pt x="616460" y="361574"/>
                </a:lnTo>
                <a:lnTo>
                  <a:pt x="581623" y="390323"/>
                </a:lnTo>
                <a:lnTo>
                  <a:pt x="547598" y="420000"/>
                </a:lnTo>
                <a:lnTo>
                  <a:pt x="514404" y="450586"/>
                </a:lnTo>
                <a:lnTo>
                  <a:pt x="482060" y="482060"/>
                </a:lnTo>
                <a:lnTo>
                  <a:pt x="450586" y="514404"/>
                </a:lnTo>
                <a:lnTo>
                  <a:pt x="420000" y="547598"/>
                </a:lnTo>
                <a:lnTo>
                  <a:pt x="390323" y="581623"/>
                </a:lnTo>
                <a:lnTo>
                  <a:pt x="361574" y="616460"/>
                </a:lnTo>
                <a:lnTo>
                  <a:pt x="333771" y="652089"/>
                </a:lnTo>
                <a:lnTo>
                  <a:pt x="306935" y="688492"/>
                </a:lnTo>
                <a:lnTo>
                  <a:pt x="281084" y="725648"/>
                </a:lnTo>
                <a:lnTo>
                  <a:pt x="256237" y="763539"/>
                </a:lnTo>
                <a:lnTo>
                  <a:pt x="232415" y="802146"/>
                </a:lnTo>
                <a:lnTo>
                  <a:pt x="209636" y="841448"/>
                </a:lnTo>
                <a:lnTo>
                  <a:pt x="187919" y="881427"/>
                </a:lnTo>
                <a:lnTo>
                  <a:pt x="167284" y="922064"/>
                </a:lnTo>
                <a:lnTo>
                  <a:pt x="147750" y="963339"/>
                </a:lnTo>
                <a:lnTo>
                  <a:pt x="129337" y="1005232"/>
                </a:lnTo>
                <a:lnTo>
                  <a:pt x="112064" y="1047725"/>
                </a:lnTo>
                <a:lnTo>
                  <a:pt x="95949" y="1090799"/>
                </a:lnTo>
                <a:lnTo>
                  <a:pt x="81013" y="1134433"/>
                </a:lnTo>
                <a:lnTo>
                  <a:pt x="67274" y="1178609"/>
                </a:lnTo>
                <a:lnTo>
                  <a:pt x="54752" y="1223308"/>
                </a:lnTo>
                <a:lnTo>
                  <a:pt x="43467" y="1268510"/>
                </a:lnTo>
                <a:lnTo>
                  <a:pt x="33437" y="1314195"/>
                </a:lnTo>
                <a:lnTo>
                  <a:pt x="24681" y="1360345"/>
                </a:lnTo>
                <a:lnTo>
                  <a:pt x="17220" y="1406940"/>
                </a:lnTo>
                <a:lnTo>
                  <a:pt x="11072" y="1453961"/>
                </a:lnTo>
                <a:lnTo>
                  <a:pt x="6257" y="1501389"/>
                </a:lnTo>
                <a:lnTo>
                  <a:pt x="2793" y="1549204"/>
                </a:lnTo>
                <a:lnTo>
                  <a:pt x="701" y="1597387"/>
                </a:lnTo>
                <a:lnTo>
                  <a:pt x="0" y="1645920"/>
                </a:lnTo>
                <a:lnTo>
                  <a:pt x="701" y="1694449"/>
                </a:lnTo>
                <a:lnTo>
                  <a:pt x="2793" y="1742630"/>
                </a:lnTo>
                <a:lnTo>
                  <a:pt x="6257" y="1790443"/>
                </a:lnTo>
                <a:lnTo>
                  <a:pt x="11072" y="1837868"/>
                </a:lnTo>
                <a:lnTo>
                  <a:pt x="17220" y="1884888"/>
                </a:lnTo>
                <a:lnTo>
                  <a:pt x="24681" y="1931481"/>
                </a:lnTo>
                <a:lnTo>
                  <a:pt x="33437" y="1977629"/>
                </a:lnTo>
                <a:lnTo>
                  <a:pt x="40913" y="2011680"/>
                </a:lnTo>
                <a:lnTo>
                  <a:pt x="2225040" y="2011680"/>
                </a:lnTo>
                <a:lnTo>
                  <a:pt x="2225040" y="104928"/>
                </a:lnTo>
                <a:lnTo>
                  <a:pt x="2201040" y="95949"/>
                </a:lnTo>
                <a:lnTo>
                  <a:pt x="2157406" y="81013"/>
                </a:lnTo>
                <a:lnTo>
                  <a:pt x="2113230" y="67274"/>
                </a:lnTo>
                <a:lnTo>
                  <a:pt x="2068531" y="54752"/>
                </a:lnTo>
                <a:lnTo>
                  <a:pt x="2023329" y="43467"/>
                </a:lnTo>
                <a:lnTo>
                  <a:pt x="1977644" y="33437"/>
                </a:lnTo>
                <a:lnTo>
                  <a:pt x="1931494" y="24681"/>
                </a:lnTo>
                <a:lnTo>
                  <a:pt x="1884899" y="17220"/>
                </a:lnTo>
                <a:lnTo>
                  <a:pt x="1837878" y="11072"/>
                </a:lnTo>
                <a:lnTo>
                  <a:pt x="1790450" y="6257"/>
                </a:lnTo>
                <a:lnTo>
                  <a:pt x="1742635" y="2793"/>
                </a:lnTo>
                <a:lnTo>
                  <a:pt x="1694452" y="701"/>
                </a:lnTo>
                <a:lnTo>
                  <a:pt x="1645920" y="0"/>
                </a:lnTo>
                <a:close/>
              </a:path>
            </a:pathLst>
          </a:custGeom>
          <a:solidFill>
            <a:srgbClr val="E8EDF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40"/>
              <a:t>Team</a:t>
            </a:r>
            <a:r>
              <a:rPr dirty="0" spc="-275"/>
              <a:t> </a:t>
            </a:r>
            <a:r>
              <a:rPr dirty="0" spc="-135"/>
              <a:t>Members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31519" y="1554480"/>
            <a:ext cx="2542540" cy="2377440"/>
            <a:chOff x="731519" y="1554480"/>
            <a:chExt cx="2542540" cy="2377440"/>
          </a:xfrm>
        </p:grpSpPr>
        <p:sp>
          <p:nvSpPr>
            <p:cNvPr id="7" name="object 7"/>
            <p:cNvSpPr/>
            <p:nvPr/>
          </p:nvSpPr>
          <p:spPr>
            <a:xfrm>
              <a:off x="731519" y="1554480"/>
              <a:ext cx="2542540" cy="2377440"/>
            </a:xfrm>
            <a:custGeom>
              <a:avLst/>
              <a:gdLst/>
              <a:ahLst/>
              <a:cxnLst/>
              <a:rect l="l" t="t" r="r" b="b"/>
              <a:pathLst>
                <a:path w="2542540" h="2377440">
                  <a:moveTo>
                    <a:pt x="2423160" y="0"/>
                  </a:moveTo>
                  <a:lnTo>
                    <a:pt x="118872" y="0"/>
                  </a:lnTo>
                  <a:lnTo>
                    <a:pt x="72603" y="9340"/>
                  </a:lnTo>
                  <a:lnTo>
                    <a:pt x="34818" y="34813"/>
                  </a:lnTo>
                  <a:lnTo>
                    <a:pt x="9342" y="72598"/>
                  </a:lnTo>
                  <a:lnTo>
                    <a:pt x="0" y="118872"/>
                  </a:lnTo>
                  <a:lnTo>
                    <a:pt x="0" y="2258568"/>
                  </a:lnTo>
                  <a:lnTo>
                    <a:pt x="9342" y="2304841"/>
                  </a:lnTo>
                  <a:lnTo>
                    <a:pt x="34818" y="2342626"/>
                  </a:lnTo>
                  <a:lnTo>
                    <a:pt x="72603" y="2368099"/>
                  </a:lnTo>
                  <a:lnTo>
                    <a:pt x="118872" y="2377440"/>
                  </a:lnTo>
                  <a:lnTo>
                    <a:pt x="2423160" y="2377440"/>
                  </a:lnTo>
                  <a:lnTo>
                    <a:pt x="2469433" y="2368099"/>
                  </a:lnTo>
                  <a:lnTo>
                    <a:pt x="2507218" y="2342626"/>
                  </a:lnTo>
                  <a:lnTo>
                    <a:pt x="2532691" y="2304841"/>
                  </a:lnTo>
                  <a:lnTo>
                    <a:pt x="2542032" y="2258568"/>
                  </a:lnTo>
                  <a:lnTo>
                    <a:pt x="2542032" y="118872"/>
                  </a:lnTo>
                  <a:lnTo>
                    <a:pt x="2532691" y="72598"/>
                  </a:lnTo>
                  <a:lnTo>
                    <a:pt x="2507218" y="34813"/>
                  </a:lnTo>
                  <a:lnTo>
                    <a:pt x="2469433" y="9340"/>
                  </a:lnTo>
                  <a:lnTo>
                    <a:pt x="2423160" y="0"/>
                  </a:lnTo>
                  <a:close/>
                </a:path>
              </a:pathLst>
            </a:custGeom>
            <a:solidFill>
              <a:srgbClr val="FC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568195" y="1783080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868680" h="868680">
                  <a:moveTo>
                    <a:pt x="434340" y="0"/>
                  </a:moveTo>
                  <a:lnTo>
                    <a:pt x="387009" y="2548"/>
                  </a:lnTo>
                  <a:lnTo>
                    <a:pt x="341156" y="10016"/>
                  </a:lnTo>
                  <a:lnTo>
                    <a:pt x="297045" y="22140"/>
                  </a:lnTo>
                  <a:lnTo>
                    <a:pt x="254941" y="38654"/>
                  </a:lnTo>
                  <a:lnTo>
                    <a:pt x="215109" y="59294"/>
                  </a:lnTo>
                  <a:lnTo>
                    <a:pt x="177814" y="83795"/>
                  </a:lnTo>
                  <a:lnTo>
                    <a:pt x="143320" y="111892"/>
                  </a:lnTo>
                  <a:lnTo>
                    <a:pt x="111892" y="143320"/>
                  </a:lnTo>
                  <a:lnTo>
                    <a:pt x="83795" y="177814"/>
                  </a:lnTo>
                  <a:lnTo>
                    <a:pt x="59294" y="215109"/>
                  </a:lnTo>
                  <a:lnTo>
                    <a:pt x="38654" y="254941"/>
                  </a:lnTo>
                  <a:lnTo>
                    <a:pt x="22140" y="297045"/>
                  </a:lnTo>
                  <a:lnTo>
                    <a:pt x="10016" y="341156"/>
                  </a:lnTo>
                  <a:lnTo>
                    <a:pt x="2548" y="387009"/>
                  </a:lnTo>
                  <a:lnTo>
                    <a:pt x="0" y="434339"/>
                  </a:lnTo>
                  <a:lnTo>
                    <a:pt x="2548" y="481670"/>
                  </a:lnTo>
                  <a:lnTo>
                    <a:pt x="10016" y="527523"/>
                  </a:lnTo>
                  <a:lnTo>
                    <a:pt x="22140" y="571634"/>
                  </a:lnTo>
                  <a:lnTo>
                    <a:pt x="38654" y="613738"/>
                  </a:lnTo>
                  <a:lnTo>
                    <a:pt x="59294" y="653570"/>
                  </a:lnTo>
                  <a:lnTo>
                    <a:pt x="83795" y="690865"/>
                  </a:lnTo>
                  <a:lnTo>
                    <a:pt x="111892" y="725359"/>
                  </a:lnTo>
                  <a:lnTo>
                    <a:pt x="143320" y="756787"/>
                  </a:lnTo>
                  <a:lnTo>
                    <a:pt x="177814" y="784884"/>
                  </a:lnTo>
                  <a:lnTo>
                    <a:pt x="215109" y="809385"/>
                  </a:lnTo>
                  <a:lnTo>
                    <a:pt x="254941" y="830025"/>
                  </a:lnTo>
                  <a:lnTo>
                    <a:pt x="297045" y="846539"/>
                  </a:lnTo>
                  <a:lnTo>
                    <a:pt x="341156" y="858663"/>
                  </a:lnTo>
                  <a:lnTo>
                    <a:pt x="387009" y="866131"/>
                  </a:lnTo>
                  <a:lnTo>
                    <a:pt x="434340" y="868679"/>
                  </a:lnTo>
                  <a:lnTo>
                    <a:pt x="481670" y="866131"/>
                  </a:lnTo>
                  <a:lnTo>
                    <a:pt x="527523" y="858663"/>
                  </a:lnTo>
                  <a:lnTo>
                    <a:pt x="571634" y="846539"/>
                  </a:lnTo>
                  <a:lnTo>
                    <a:pt x="613738" y="830025"/>
                  </a:lnTo>
                  <a:lnTo>
                    <a:pt x="653570" y="809385"/>
                  </a:lnTo>
                  <a:lnTo>
                    <a:pt x="690865" y="784884"/>
                  </a:lnTo>
                  <a:lnTo>
                    <a:pt x="725359" y="756787"/>
                  </a:lnTo>
                  <a:lnTo>
                    <a:pt x="756787" y="725359"/>
                  </a:lnTo>
                  <a:lnTo>
                    <a:pt x="784884" y="690865"/>
                  </a:lnTo>
                  <a:lnTo>
                    <a:pt x="809385" y="653570"/>
                  </a:lnTo>
                  <a:lnTo>
                    <a:pt x="830025" y="613738"/>
                  </a:lnTo>
                  <a:lnTo>
                    <a:pt x="846539" y="571634"/>
                  </a:lnTo>
                  <a:lnTo>
                    <a:pt x="858663" y="527523"/>
                  </a:lnTo>
                  <a:lnTo>
                    <a:pt x="866131" y="481670"/>
                  </a:lnTo>
                  <a:lnTo>
                    <a:pt x="868680" y="434339"/>
                  </a:lnTo>
                  <a:lnTo>
                    <a:pt x="866131" y="387009"/>
                  </a:lnTo>
                  <a:lnTo>
                    <a:pt x="858663" y="341156"/>
                  </a:lnTo>
                  <a:lnTo>
                    <a:pt x="846539" y="297045"/>
                  </a:lnTo>
                  <a:lnTo>
                    <a:pt x="830025" y="254941"/>
                  </a:lnTo>
                  <a:lnTo>
                    <a:pt x="809385" y="215109"/>
                  </a:lnTo>
                  <a:lnTo>
                    <a:pt x="784884" y="177814"/>
                  </a:lnTo>
                  <a:lnTo>
                    <a:pt x="756787" y="143320"/>
                  </a:lnTo>
                  <a:lnTo>
                    <a:pt x="725359" y="111892"/>
                  </a:lnTo>
                  <a:lnTo>
                    <a:pt x="690865" y="83795"/>
                  </a:lnTo>
                  <a:lnTo>
                    <a:pt x="653570" y="59294"/>
                  </a:lnTo>
                  <a:lnTo>
                    <a:pt x="613738" y="38654"/>
                  </a:lnTo>
                  <a:lnTo>
                    <a:pt x="571634" y="22140"/>
                  </a:lnTo>
                  <a:lnTo>
                    <a:pt x="527523" y="10016"/>
                  </a:lnTo>
                  <a:lnTo>
                    <a:pt x="481670" y="2548"/>
                  </a:lnTo>
                  <a:lnTo>
                    <a:pt x="43434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775714" y="1960372"/>
            <a:ext cx="453390" cy="4673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00" spc="-25" b="1">
                <a:solidFill>
                  <a:srgbClr val="FFFFFF"/>
                </a:solidFill>
                <a:latin typeface="Calibri"/>
                <a:cs typeface="Calibri"/>
              </a:rPr>
              <a:t>PD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6105" y="2642145"/>
            <a:ext cx="1292860" cy="876935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2150" b="1">
                <a:solidFill>
                  <a:srgbClr val="252525"/>
                </a:solidFill>
                <a:latin typeface="Calibri"/>
                <a:cs typeface="Calibri"/>
              </a:rPr>
              <a:t>P.</a:t>
            </a:r>
            <a:r>
              <a:rPr dirty="0" sz="2150" spc="-1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50" b="1">
                <a:solidFill>
                  <a:srgbClr val="252525"/>
                </a:solidFill>
                <a:latin typeface="Calibri"/>
                <a:cs typeface="Calibri"/>
              </a:rPr>
              <a:t>Sri</a:t>
            </a:r>
            <a:r>
              <a:rPr dirty="0" sz="2150" spc="-2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50" spc="-10" b="1">
                <a:solidFill>
                  <a:srgbClr val="252525"/>
                </a:solidFill>
                <a:latin typeface="Calibri"/>
                <a:cs typeface="Calibri"/>
              </a:rPr>
              <a:t>Divya</a:t>
            </a:r>
            <a:endParaRPr sz="2150">
              <a:latin typeface="Calibri"/>
              <a:cs typeface="Calibri"/>
            </a:endParaRPr>
          </a:p>
          <a:p>
            <a:pPr marL="67310">
              <a:lnSpc>
                <a:spcPct val="100000"/>
              </a:lnSpc>
              <a:spcBef>
                <a:spcPts val="894"/>
              </a:spcBef>
            </a:pPr>
            <a:r>
              <a:rPr dirty="0" sz="1800" spc="-10">
                <a:solidFill>
                  <a:srgbClr val="585858"/>
                </a:solidFill>
                <a:latin typeface="Calibri"/>
                <a:cs typeface="Calibri"/>
              </a:rPr>
              <a:t>2620090130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459479" y="1554480"/>
            <a:ext cx="2542540" cy="2377440"/>
            <a:chOff x="3459479" y="1554480"/>
            <a:chExt cx="2542540" cy="2377440"/>
          </a:xfrm>
        </p:grpSpPr>
        <p:sp>
          <p:nvSpPr>
            <p:cNvPr id="12" name="object 12"/>
            <p:cNvSpPr/>
            <p:nvPr/>
          </p:nvSpPr>
          <p:spPr>
            <a:xfrm>
              <a:off x="3459479" y="1554480"/>
              <a:ext cx="2542540" cy="2377440"/>
            </a:xfrm>
            <a:custGeom>
              <a:avLst/>
              <a:gdLst/>
              <a:ahLst/>
              <a:cxnLst/>
              <a:rect l="l" t="t" r="r" b="b"/>
              <a:pathLst>
                <a:path w="2542540" h="2377440">
                  <a:moveTo>
                    <a:pt x="2423160" y="0"/>
                  </a:moveTo>
                  <a:lnTo>
                    <a:pt x="118872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2258568"/>
                  </a:lnTo>
                  <a:lnTo>
                    <a:pt x="9340" y="2304841"/>
                  </a:lnTo>
                  <a:lnTo>
                    <a:pt x="34813" y="2342626"/>
                  </a:lnTo>
                  <a:lnTo>
                    <a:pt x="72598" y="2368099"/>
                  </a:lnTo>
                  <a:lnTo>
                    <a:pt x="118872" y="2377440"/>
                  </a:lnTo>
                  <a:lnTo>
                    <a:pt x="2423160" y="2377440"/>
                  </a:lnTo>
                  <a:lnTo>
                    <a:pt x="2469433" y="2368099"/>
                  </a:lnTo>
                  <a:lnTo>
                    <a:pt x="2507218" y="2342626"/>
                  </a:lnTo>
                  <a:lnTo>
                    <a:pt x="2532691" y="2304841"/>
                  </a:lnTo>
                  <a:lnTo>
                    <a:pt x="2542032" y="2258568"/>
                  </a:lnTo>
                  <a:lnTo>
                    <a:pt x="2542032" y="118872"/>
                  </a:lnTo>
                  <a:lnTo>
                    <a:pt x="2532691" y="72598"/>
                  </a:lnTo>
                  <a:lnTo>
                    <a:pt x="2507218" y="34813"/>
                  </a:lnTo>
                  <a:lnTo>
                    <a:pt x="2469433" y="9340"/>
                  </a:lnTo>
                  <a:lnTo>
                    <a:pt x="2423160" y="0"/>
                  </a:lnTo>
                  <a:close/>
                </a:path>
              </a:pathLst>
            </a:custGeom>
            <a:solidFill>
              <a:srgbClr val="E8ED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296155" y="1783080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868679" h="868680">
                  <a:moveTo>
                    <a:pt x="434340" y="0"/>
                  </a:moveTo>
                  <a:lnTo>
                    <a:pt x="387009" y="2548"/>
                  </a:lnTo>
                  <a:lnTo>
                    <a:pt x="341156" y="10016"/>
                  </a:lnTo>
                  <a:lnTo>
                    <a:pt x="297045" y="22140"/>
                  </a:lnTo>
                  <a:lnTo>
                    <a:pt x="254941" y="38654"/>
                  </a:lnTo>
                  <a:lnTo>
                    <a:pt x="215109" y="59294"/>
                  </a:lnTo>
                  <a:lnTo>
                    <a:pt x="177814" y="83795"/>
                  </a:lnTo>
                  <a:lnTo>
                    <a:pt x="143320" y="111892"/>
                  </a:lnTo>
                  <a:lnTo>
                    <a:pt x="111892" y="143320"/>
                  </a:lnTo>
                  <a:lnTo>
                    <a:pt x="83795" y="177814"/>
                  </a:lnTo>
                  <a:lnTo>
                    <a:pt x="59294" y="215109"/>
                  </a:lnTo>
                  <a:lnTo>
                    <a:pt x="38654" y="254941"/>
                  </a:lnTo>
                  <a:lnTo>
                    <a:pt x="22140" y="297045"/>
                  </a:lnTo>
                  <a:lnTo>
                    <a:pt x="10016" y="341156"/>
                  </a:lnTo>
                  <a:lnTo>
                    <a:pt x="2548" y="387009"/>
                  </a:lnTo>
                  <a:lnTo>
                    <a:pt x="0" y="434339"/>
                  </a:lnTo>
                  <a:lnTo>
                    <a:pt x="2548" y="481670"/>
                  </a:lnTo>
                  <a:lnTo>
                    <a:pt x="10016" y="527523"/>
                  </a:lnTo>
                  <a:lnTo>
                    <a:pt x="22140" y="571634"/>
                  </a:lnTo>
                  <a:lnTo>
                    <a:pt x="38654" y="613738"/>
                  </a:lnTo>
                  <a:lnTo>
                    <a:pt x="59294" y="653570"/>
                  </a:lnTo>
                  <a:lnTo>
                    <a:pt x="83795" y="690865"/>
                  </a:lnTo>
                  <a:lnTo>
                    <a:pt x="111892" y="725359"/>
                  </a:lnTo>
                  <a:lnTo>
                    <a:pt x="143320" y="756787"/>
                  </a:lnTo>
                  <a:lnTo>
                    <a:pt x="177814" y="784884"/>
                  </a:lnTo>
                  <a:lnTo>
                    <a:pt x="215109" y="809385"/>
                  </a:lnTo>
                  <a:lnTo>
                    <a:pt x="254941" y="830025"/>
                  </a:lnTo>
                  <a:lnTo>
                    <a:pt x="297045" y="846539"/>
                  </a:lnTo>
                  <a:lnTo>
                    <a:pt x="341156" y="858663"/>
                  </a:lnTo>
                  <a:lnTo>
                    <a:pt x="387009" y="866131"/>
                  </a:lnTo>
                  <a:lnTo>
                    <a:pt x="434340" y="868679"/>
                  </a:lnTo>
                  <a:lnTo>
                    <a:pt x="481670" y="866131"/>
                  </a:lnTo>
                  <a:lnTo>
                    <a:pt x="527523" y="858663"/>
                  </a:lnTo>
                  <a:lnTo>
                    <a:pt x="571634" y="846539"/>
                  </a:lnTo>
                  <a:lnTo>
                    <a:pt x="613738" y="830025"/>
                  </a:lnTo>
                  <a:lnTo>
                    <a:pt x="653570" y="809385"/>
                  </a:lnTo>
                  <a:lnTo>
                    <a:pt x="690865" y="784884"/>
                  </a:lnTo>
                  <a:lnTo>
                    <a:pt x="725359" y="756787"/>
                  </a:lnTo>
                  <a:lnTo>
                    <a:pt x="756787" y="725359"/>
                  </a:lnTo>
                  <a:lnTo>
                    <a:pt x="784884" y="690865"/>
                  </a:lnTo>
                  <a:lnTo>
                    <a:pt x="809385" y="653570"/>
                  </a:lnTo>
                  <a:lnTo>
                    <a:pt x="830025" y="613738"/>
                  </a:lnTo>
                  <a:lnTo>
                    <a:pt x="846539" y="571634"/>
                  </a:lnTo>
                  <a:lnTo>
                    <a:pt x="858663" y="527523"/>
                  </a:lnTo>
                  <a:lnTo>
                    <a:pt x="866131" y="481670"/>
                  </a:lnTo>
                  <a:lnTo>
                    <a:pt x="868680" y="434339"/>
                  </a:lnTo>
                  <a:lnTo>
                    <a:pt x="866131" y="387009"/>
                  </a:lnTo>
                  <a:lnTo>
                    <a:pt x="858663" y="341156"/>
                  </a:lnTo>
                  <a:lnTo>
                    <a:pt x="846539" y="297045"/>
                  </a:lnTo>
                  <a:lnTo>
                    <a:pt x="830025" y="254941"/>
                  </a:lnTo>
                  <a:lnTo>
                    <a:pt x="809385" y="215109"/>
                  </a:lnTo>
                  <a:lnTo>
                    <a:pt x="784884" y="177814"/>
                  </a:lnTo>
                  <a:lnTo>
                    <a:pt x="756787" y="143320"/>
                  </a:lnTo>
                  <a:lnTo>
                    <a:pt x="725359" y="111892"/>
                  </a:lnTo>
                  <a:lnTo>
                    <a:pt x="690865" y="83795"/>
                  </a:lnTo>
                  <a:lnTo>
                    <a:pt x="653570" y="59294"/>
                  </a:lnTo>
                  <a:lnTo>
                    <a:pt x="613738" y="38654"/>
                  </a:lnTo>
                  <a:lnTo>
                    <a:pt x="571634" y="22140"/>
                  </a:lnTo>
                  <a:lnTo>
                    <a:pt x="527523" y="10016"/>
                  </a:lnTo>
                  <a:lnTo>
                    <a:pt x="481670" y="2548"/>
                  </a:lnTo>
                  <a:lnTo>
                    <a:pt x="434340" y="0"/>
                  </a:lnTo>
                  <a:close/>
                </a:path>
              </a:pathLst>
            </a:custGeom>
            <a:solidFill>
              <a:srgbClr val="1F4E9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4515358" y="1960372"/>
            <a:ext cx="431800" cy="4673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00" spc="-25" b="1">
                <a:solidFill>
                  <a:srgbClr val="FFFFFF"/>
                </a:solidFill>
                <a:latin typeface="Calibri"/>
                <a:cs typeface="Calibri"/>
              </a:rPr>
              <a:t>DS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70705" y="2642145"/>
            <a:ext cx="1720214" cy="876935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65"/>
              </a:spcBef>
            </a:pPr>
            <a:r>
              <a:rPr dirty="0" sz="2150" b="1">
                <a:solidFill>
                  <a:srgbClr val="252525"/>
                </a:solidFill>
                <a:latin typeface="Calibri"/>
                <a:cs typeface="Calibri"/>
              </a:rPr>
              <a:t>D.</a:t>
            </a:r>
            <a:r>
              <a:rPr dirty="0" sz="2150" spc="-1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50" b="1">
                <a:solidFill>
                  <a:srgbClr val="252525"/>
                </a:solidFill>
                <a:latin typeface="Calibri"/>
                <a:cs typeface="Calibri"/>
              </a:rPr>
              <a:t>Bhavya</a:t>
            </a:r>
            <a:r>
              <a:rPr dirty="0" sz="2150" spc="-1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50" spc="-20" b="1">
                <a:solidFill>
                  <a:srgbClr val="252525"/>
                </a:solidFill>
                <a:latin typeface="Calibri"/>
                <a:cs typeface="Calibri"/>
              </a:rPr>
              <a:t>Sree</a:t>
            </a:r>
            <a:endParaRPr sz="21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94"/>
              </a:spcBef>
            </a:pPr>
            <a:r>
              <a:rPr dirty="0" sz="1800" spc="-10">
                <a:solidFill>
                  <a:srgbClr val="585858"/>
                </a:solidFill>
                <a:latin typeface="Calibri"/>
                <a:cs typeface="Calibri"/>
              </a:rPr>
              <a:t>2620080023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87440" y="1554480"/>
            <a:ext cx="2542540" cy="2377440"/>
            <a:chOff x="6187440" y="1554480"/>
            <a:chExt cx="2542540" cy="2377440"/>
          </a:xfrm>
        </p:grpSpPr>
        <p:sp>
          <p:nvSpPr>
            <p:cNvPr id="17" name="object 17"/>
            <p:cNvSpPr/>
            <p:nvPr/>
          </p:nvSpPr>
          <p:spPr>
            <a:xfrm>
              <a:off x="6187440" y="1554480"/>
              <a:ext cx="2542540" cy="2377440"/>
            </a:xfrm>
            <a:custGeom>
              <a:avLst/>
              <a:gdLst/>
              <a:ahLst/>
              <a:cxnLst/>
              <a:rect l="l" t="t" r="r" b="b"/>
              <a:pathLst>
                <a:path w="2542540" h="2377440">
                  <a:moveTo>
                    <a:pt x="2423160" y="0"/>
                  </a:moveTo>
                  <a:lnTo>
                    <a:pt x="118872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2258568"/>
                  </a:lnTo>
                  <a:lnTo>
                    <a:pt x="9340" y="2304841"/>
                  </a:lnTo>
                  <a:lnTo>
                    <a:pt x="34813" y="2342626"/>
                  </a:lnTo>
                  <a:lnTo>
                    <a:pt x="72598" y="2368099"/>
                  </a:lnTo>
                  <a:lnTo>
                    <a:pt x="118872" y="2377440"/>
                  </a:lnTo>
                  <a:lnTo>
                    <a:pt x="2423160" y="2377440"/>
                  </a:lnTo>
                  <a:lnTo>
                    <a:pt x="2469433" y="2368099"/>
                  </a:lnTo>
                  <a:lnTo>
                    <a:pt x="2507218" y="2342626"/>
                  </a:lnTo>
                  <a:lnTo>
                    <a:pt x="2532691" y="2304841"/>
                  </a:lnTo>
                  <a:lnTo>
                    <a:pt x="2542032" y="2258568"/>
                  </a:lnTo>
                  <a:lnTo>
                    <a:pt x="2542032" y="118872"/>
                  </a:lnTo>
                  <a:lnTo>
                    <a:pt x="2532691" y="72598"/>
                  </a:lnTo>
                  <a:lnTo>
                    <a:pt x="2507218" y="34813"/>
                  </a:lnTo>
                  <a:lnTo>
                    <a:pt x="2469433" y="9340"/>
                  </a:lnTo>
                  <a:lnTo>
                    <a:pt x="2423160" y="0"/>
                  </a:lnTo>
                  <a:close/>
                </a:path>
              </a:pathLst>
            </a:custGeom>
            <a:solidFill>
              <a:srgbClr val="E6F5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024116" y="1783080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868679" h="868680">
                  <a:moveTo>
                    <a:pt x="434340" y="0"/>
                  </a:moveTo>
                  <a:lnTo>
                    <a:pt x="387009" y="2548"/>
                  </a:lnTo>
                  <a:lnTo>
                    <a:pt x="341156" y="10016"/>
                  </a:lnTo>
                  <a:lnTo>
                    <a:pt x="297045" y="22140"/>
                  </a:lnTo>
                  <a:lnTo>
                    <a:pt x="254941" y="38654"/>
                  </a:lnTo>
                  <a:lnTo>
                    <a:pt x="215109" y="59294"/>
                  </a:lnTo>
                  <a:lnTo>
                    <a:pt x="177814" y="83795"/>
                  </a:lnTo>
                  <a:lnTo>
                    <a:pt x="143320" y="111892"/>
                  </a:lnTo>
                  <a:lnTo>
                    <a:pt x="111892" y="143320"/>
                  </a:lnTo>
                  <a:lnTo>
                    <a:pt x="83795" y="177814"/>
                  </a:lnTo>
                  <a:lnTo>
                    <a:pt x="59294" y="215109"/>
                  </a:lnTo>
                  <a:lnTo>
                    <a:pt x="38654" y="254941"/>
                  </a:lnTo>
                  <a:lnTo>
                    <a:pt x="22140" y="297045"/>
                  </a:lnTo>
                  <a:lnTo>
                    <a:pt x="10016" y="341156"/>
                  </a:lnTo>
                  <a:lnTo>
                    <a:pt x="2548" y="387009"/>
                  </a:lnTo>
                  <a:lnTo>
                    <a:pt x="0" y="434339"/>
                  </a:lnTo>
                  <a:lnTo>
                    <a:pt x="2548" y="481670"/>
                  </a:lnTo>
                  <a:lnTo>
                    <a:pt x="10016" y="527523"/>
                  </a:lnTo>
                  <a:lnTo>
                    <a:pt x="22140" y="571634"/>
                  </a:lnTo>
                  <a:lnTo>
                    <a:pt x="38654" y="613738"/>
                  </a:lnTo>
                  <a:lnTo>
                    <a:pt x="59294" y="653570"/>
                  </a:lnTo>
                  <a:lnTo>
                    <a:pt x="83795" y="690865"/>
                  </a:lnTo>
                  <a:lnTo>
                    <a:pt x="111892" y="725359"/>
                  </a:lnTo>
                  <a:lnTo>
                    <a:pt x="143320" y="756787"/>
                  </a:lnTo>
                  <a:lnTo>
                    <a:pt x="177814" y="784884"/>
                  </a:lnTo>
                  <a:lnTo>
                    <a:pt x="215109" y="809385"/>
                  </a:lnTo>
                  <a:lnTo>
                    <a:pt x="254941" y="830025"/>
                  </a:lnTo>
                  <a:lnTo>
                    <a:pt x="297045" y="846539"/>
                  </a:lnTo>
                  <a:lnTo>
                    <a:pt x="341156" y="858663"/>
                  </a:lnTo>
                  <a:lnTo>
                    <a:pt x="387009" y="866131"/>
                  </a:lnTo>
                  <a:lnTo>
                    <a:pt x="434340" y="868679"/>
                  </a:lnTo>
                  <a:lnTo>
                    <a:pt x="481670" y="866131"/>
                  </a:lnTo>
                  <a:lnTo>
                    <a:pt x="527523" y="858663"/>
                  </a:lnTo>
                  <a:lnTo>
                    <a:pt x="571634" y="846539"/>
                  </a:lnTo>
                  <a:lnTo>
                    <a:pt x="613738" y="830025"/>
                  </a:lnTo>
                  <a:lnTo>
                    <a:pt x="653570" y="809385"/>
                  </a:lnTo>
                  <a:lnTo>
                    <a:pt x="690865" y="784884"/>
                  </a:lnTo>
                  <a:lnTo>
                    <a:pt x="725359" y="756787"/>
                  </a:lnTo>
                  <a:lnTo>
                    <a:pt x="756787" y="725359"/>
                  </a:lnTo>
                  <a:lnTo>
                    <a:pt x="784884" y="690865"/>
                  </a:lnTo>
                  <a:lnTo>
                    <a:pt x="809385" y="653570"/>
                  </a:lnTo>
                  <a:lnTo>
                    <a:pt x="830025" y="613738"/>
                  </a:lnTo>
                  <a:lnTo>
                    <a:pt x="846539" y="571634"/>
                  </a:lnTo>
                  <a:lnTo>
                    <a:pt x="858663" y="527523"/>
                  </a:lnTo>
                  <a:lnTo>
                    <a:pt x="866131" y="481670"/>
                  </a:lnTo>
                  <a:lnTo>
                    <a:pt x="868680" y="434339"/>
                  </a:lnTo>
                  <a:lnTo>
                    <a:pt x="866131" y="387009"/>
                  </a:lnTo>
                  <a:lnTo>
                    <a:pt x="858663" y="341156"/>
                  </a:lnTo>
                  <a:lnTo>
                    <a:pt x="846539" y="297045"/>
                  </a:lnTo>
                  <a:lnTo>
                    <a:pt x="830025" y="254941"/>
                  </a:lnTo>
                  <a:lnTo>
                    <a:pt x="809385" y="215109"/>
                  </a:lnTo>
                  <a:lnTo>
                    <a:pt x="784884" y="177814"/>
                  </a:lnTo>
                  <a:lnTo>
                    <a:pt x="756787" y="143320"/>
                  </a:lnTo>
                  <a:lnTo>
                    <a:pt x="725359" y="111892"/>
                  </a:lnTo>
                  <a:lnTo>
                    <a:pt x="690865" y="83795"/>
                  </a:lnTo>
                  <a:lnTo>
                    <a:pt x="653570" y="59294"/>
                  </a:lnTo>
                  <a:lnTo>
                    <a:pt x="613738" y="38654"/>
                  </a:lnTo>
                  <a:lnTo>
                    <a:pt x="571634" y="22140"/>
                  </a:lnTo>
                  <a:lnTo>
                    <a:pt x="527523" y="10016"/>
                  </a:lnTo>
                  <a:lnTo>
                    <a:pt x="481670" y="2548"/>
                  </a:lnTo>
                  <a:lnTo>
                    <a:pt x="434340" y="0"/>
                  </a:lnTo>
                  <a:close/>
                </a:path>
              </a:pathLst>
            </a:custGeom>
            <a:solidFill>
              <a:srgbClr val="0F8F7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7252716" y="1960372"/>
            <a:ext cx="412750" cy="4673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00" spc="-25" b="1">
                <a:solidFill>
                  <a:srgbClr val="FFFFFF"/>
                </a:solidFill>
                <a:latin typeface="Calibri"/>
                <a:cs typeface="Calibri"/>
              </a:rPr>
              <a:t>CY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49795" y="2642145"/>
            <a:ext cx="1418590" cy="876935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65"/>
              </a:spcBef>
            </a:pPr>
            <a:r>
              <a:rPr dirty="0" sz="2150" b="1">
                <a:solidFill>
                  <a:srgbClr val="252525"/>
                </a:solidFill>
                <a:latin typeface="Calibri"/>
                <a:cs typeface="Calibri"/>
              </a:rPr>
              <a:t>C.</a:t>
            </a:r>
            <a:r>
              <a:rPr dirty="0" sz="2150" spc="-2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50" spc="-10" b="1">
                <a:solidFill>
                  <a:srgbClr val="252525"/>
                </a:solidFill>
                <a:latin typeface="Calibri"/>
                <a:cs typeface="Calibri"/>
              </a:rPr>
              <a:t>Yasaswini</a:t>
            </a:r>
            <a:endParaRPr sz="21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94"/>
              </a:spcBef>
            </a:pPr>
            <a:r>
              <a:rPr dirty="0" sz="1800" spc="-10">
                <a:solidFill>
                  <a:srgbClr val="585858"/>
                </a:solidFill>
                <a:latin typeface="Calibri"/>
                <a:cs typeface="Calibri"/>
              </a:rPr>
              <a:t>2620030206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915400" y="1554480"/>
            <a:ext cx="2542540" cy="2377440"/>
            <a:chOff x="8915400" y="1554480"/>
            <a:chExt cx="2542540" cy="2377440"/>
          </a:xfrm>
        </p:grpSpPr>
        <p:sp>
          <p:nvSpPr>
            <p:cNvPr id="22" name="object 22"/>
            <p:cNvSpPr/>
            <p:nvPr/>
          </p:nvSpPr>
          <p:spPr>
            <a:xfrm>
              <a:off x="8915400" y="1554480"/>
              <a:ext cx="2542540" cy="2377440"/>
            </a:xfrm>
            <a:custGeom>
              <a:avLst/>
              <a:gdLst/>
              <a:ahLst/>
              <a:cxnLst/>
              <a:rect l="l" t="t" r="r" b="b"/>
              <a:pathLst>
                <a:path w="2542540" h="2377440">
                  <a:moveTo>
                    <a:pt x="2423160" y="0"/>
                  </a:moveTo>
                  <a:lnTo>
                    <a:pt x="118872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2258568"/>
                  </a:lnTo>
                  <a:lnTo>
                    <a:pt x="9340" y="2304841"/>
                  </a:lnTo>
                  <a:lnTo>
                    <a:pt x="34813" y="2342626"/>
                  </a:lnTo>
                  <a:lnTo>
                    <a:pt x="72598" y="2368099"/>
                  </a:lnTo>
                  <a:lnTo>
                    <a:pt x="118872" y="2377440"/>
                  </a:lnTo>
                  <a:lnTo>
                    <a:pt x="2423160" y="2377440"/>
                  </a:lnTo>
                  <a:lnTo>
                    <a:pt x="2469433" y="2368099"/>
                  </a:lnTo>
                  <a:lnTo>
                    <a:pt x="2507218" y="2342626"/>
                  </a:lnTo>
                  <a:lnTo>
                    <a:pt x="2532691" y="2304841"/>
                  </a:lnTo>
                  <a:lnTo>
                    <a:pt x="2542032" y="2258568"/>
                  </a:lnTo>
                  <a:lnTo>
                    <a:pt x="2542032" y="118872"/>
                  </a:lnTo>
                  <a:lnTo>
                    <a:pt x="2532691" y="72598"/>
                  </a:lnTo>
                  <a:lnTo>
                    <a:pt x="2507218" y="34813"/>
                  </a:lnTo>
                  <a:lnTo>
                    <a:pt x="2469433" y="9340"/>
                  </a:lnTo>
                  <a:lnTo>
                    <a:pt x="2423160" y="0"/>
                  </a:lnTo>
                  <a:close/>
                </a:path>
              </a:pathLst>
            </a:custGeom>
            <a:solidFill>
              <a:srgbClr val="FFF3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9752075" y="1783080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868679" h="868680">
                  <a:moveTo>
                    <a:pt x="434340" y="0"/>
                  </a:moveTo>
                  <a:lnTo>
                    <a:pt x="387009" y="2548"/>
                  </a:lnTo>
                  <a:lnTo>
                    <a:pt x="341156" y="10016"/>
                  </a:lnTo>
                  <a:lnTo>
                    <a:pt x="297045" y="22140"/>
                  </a:lnTo>
                  <a:lnTo>
                    <a:pt x="254941" y="38654"/>
                  </a:lnTo>
                  <a:lnTo>
                    <a:pt x="215109" y="59294"/>
                  </a:lnTo>
                  <a:lnTo>
                    <a:pt x="177814" y="83795"/>
                  </a:lnTo>
                  <a:lnTo>
                    <a:pt x="143320" y="111892"/>
                  </a:lnTo>
                  <a:lnTo>
                    <a:pt x="111892" y="143320"/>
                  </a:lnTo>
                  <a:lnTo>
                    <a:pt x="83795" y="177814"/>
                  </a:lnTo>
                  <a:lnTo>
                    <a:pt x="59294" y="215109"/>
                  </a:lnTo>
                  <a:lnTo>
                    <a:pt x="38654" y="254941"/>
                  </a:lnTo>
                  <a:lnTo>
                    <a:pt x="22140" y="297045"/>
                  </a:lnTo>
                  <a:lnTo>
                    <a:pt x="10016" y="341156"/>
                  </a:lnTo>
                  <a:lnTo>
                    <a:pt x="2548" y="387009"/>
                  </a:lnTo>
                  <a:lnTo>
                    <a:pt x="0" y="434339"/>
                  </a:lnTo>
                  <a:lnTo>
                    <a:pt x="2548" y="481670"/>
                  </a:lnTo>
                  <a:lnTo>
                    <a:pt x="10016" y="527523"/>
                  </a:lnTo>
                  <a:lnTo>
                    <a:pt x="22140" y="571634"/>
                  </a:lnTo>
                  <a:lnTo>
                    <a:pt x="38654" y="613738"/>
                  </a:lnTo>
                  <a:lnTo>
                    <a:pt x="59294" y="653570"/>
                  </a:lnTo>
                  <a:lnTo>
                    <a:pt x="83795" y="690865"/>
                  </a:lnTo>
                  <a:lnTo>
                    <a:pt x="111892" y="725359"/>
                  </a:lnTo>
                  <a:lnTo>
                    <a:pt x="143320" y="756787"/>
                  </a:lnTo>
                  <a:lnTo>
                    <a:pt x="177814" y="784884"/>
                  </a:lnTo>
                  <a:lnTo>
                    <a:pt x="215109" y="809385"/>
                  </a:lnTo>
                  <a:lnTo>
                    <a:pt x="254941" y="830025"/>
                  </a:lnTo>
                  <a:lnTo>
                    <a:pt x="297045" y="846539"/>
                  </a:lnTo>
                  <a:lnTo>
                    <a:pt x="341156" y="858663"/>
                  </a:lnTo>
                  <a:lnTo>
                    <a:pt x="387009" y="866131"/>
                  </a:lnTo>
                  <a:lnTo>
                    <a:pt x="434340" y="868679"/>
                  </a:lnTo>
                  <a:lnTo>
                    <a:pt x="481670" y="866131"/>
                  </a:lnTo>
                  <a:lnTo>
                    <a:pt x="527523" y="858663"/>
                  </a:lnTo>
                  <a:lnTo>
                    <a:pt x="571634" y="846539"/>
                  </a:lnTo>
                  <a:lnTo>
                    <a:pt x="613738" y="830025"/>
                  </a:lnTo>
                  <a:lnTo>
                    <a:pt x="653570" y="809385"/>
                  </a:lnTo>
                  <a:lnTo>
                    <a:pt x="690865" y="784884"/>
                  </a:lnTo>
                  <a:lnTo>
                    <a:pt x="725359" y="756787"/>
                  </a:lnTo>
                  <a:lnTo>
                    <a:pt x="756787" y="725359"/>
                  </a:lnTo>
                  <a:lnTo>
                    <a:pt x="784884" y="690865"/>
                  </a:lnTo>
                  <a:lnTo>
                    <a:pt x="809385" y="653570"/>
                  </a:lnTo>
                  <a:lnTo>
                    <a:pt x="830025" y="613738"/>
                  </a:lnTo>
                  <a:lnTo>
                    <a:pt x="846539" y="571634"/>
                  </a:lnTo>
                  <a:lnTo>
                    <a:pt x="858663" y="527523"/>
                  </a:lnTo>
                  <a:lnTo>
                    <a:pt x="866131" y="481670"/>
                  </a:lnTo>
                  <a:lnTo>
                    <a:pt x="868680" y="434339"/>
                  </a:lnTo>
                  <a:lnTo>
                    <a:pt x="866131" y="387009"/>
                  </a:lnTo>
                  <a:lnTo>
                    <a:pt x="858663" y="341156"/>
                  </a:lnTo>
                  <a:lnTo>
                    <a:pt x="846539" y="297045"/>
                  </a:lnTo>
                  <a:lnTo>
                    <a:pt x="830025" y="254941"/>
                  </a:lnTo>
                  <a:lnTo>
                    <a:pt x="809385" y="215109"/>
                  </a:lnTo>
                  <a:lnTo>
                    <a:pt x="784884" y="177814"/>
                  </a:lnTo>
                  <a:lnTo>
                    <a:pt x="756787" y="143320"/>
                  </a:lnTo>
                  <a:lnTo>
                    <a:pt x="725359" y="111892"/>
                  </a:lnTo>
                  <a:lnTo>
                    <a:pt x="690865" y="83795"/>
                  </a:lnTo>
                  <a:lnTo>
                    <a:pt x="653570" y="59294"/>
                  </a:lnTo>
                  <a:lnTo>
                    <a:pt x="613738" y="38654"/>
                  </a:lnTo>
                  <a:lnTo>
                    <a:pt x="571634" y="22140"/>
                  </a:lnTo>
                  <a:lnTo>
                    <a:pt x="527523" y="10016"/>
                  </a:lnTo>
                  <a:lnTo>
                    <a:pt x="481670" y="2548"/>
                  </a:lnTo>
                  <a:lnTo>
                    <a:pt x="434340" y="0"/>
                  </a:lnTo>
                  <a:close/>
                </a:path>
              </a:pathLst>
            </a:custGeom>
            <a:solidFill>
              <a:srgbClr val="C677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9989311" y="1960372"/>
            <a:ext cx="395605" cy="4673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00" spc="-25" b="1">
                <a:solidFill>
                  <a:srgbClr val="FFFFFF"/>
                </a:solidFill>
                <a:latin typeface="Calibri"/>
                <a:cs typeface="Calibri"/>
              </a:rPr>
              <a:t>PS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595357" y="2642145"/>
            <a:ext cx="1183640" cy="876935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marL="104139">
              <a:lnSpc>
                <a:spcPct val="100000"/>
              </a:lnSpc>
              <a:spcBef>
                <a:spcPts val="1165"/>
              </a:spcBef>
            </a:pPr>
            <a:r>
              <a:rPr dirty="0" sz="2150" b="1">
                <a:solidFill>
                  <a:srgbClr val="252525"/>
                </a:solidFill>
                <a:latin typeface="Calibri"/>
                <a:cs typeface="Calibri"/>
              </a:rPr>
              <a:t>P.</a:t>
            </a:r>
            <a:r>
              <a:rPr dirty="0" sz="2150" spc="-20" b="1">
                <a:solidFill>
                  <a:srgbClr val="252525"/>
                </a:solidFill>
                <a:latin typeface="Calibri"/>
                <a:cs typeface="Calibri"/>
              </a:rPr>
              <a:t> Sneha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dirty="0" sz="1800" spc="-10">
                <a:solidFill>
                  <a:srgbClr val="585858"/>
                </a:solidFill>
                <a:latin typeface="Calibri"/>
                <a:cs typeface="Calibri"/>
              </a:rPr>
              <a:t>2620030603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31519" y="4206240"/>
            <a:ext cx="10726420" cy="1737360"/>
          </a:xfrm>
          <a:custGeom>
            <a:avLst/>
            <a:gdLst/>
            <a:ahLst/>
            <a:cxnLst/>
            <a:rect l="l" t="t" r="r" b="b"/>
            <a:pathLst>
              <a:path w="10726420" h="1737360">
                <a:moveTo>
                  <a:pt x="10639044" y="0"/>
                </a:moveTo>
                <a:lnTo>
                  <a:pt x="86868" y="0"/>
                </a:lnTo>
                <a:lnTo>
                  <a:pt x="53058" y="6822"/>
                </a:lnTo>
                <a:lnTo>
                  <a:pt x="25446" y="25431"/>
                </a:lnTo>
                <a:lnTo>
                  <a:pt x="6827" y="53042"/>
                </a:lnTo>
                <a:lnTo>
                  <a:pt x="0" y="86868"/>
                </a:lnTo>
                <a:lnTo>
                  <a:pt x="0" y="1650492"/>
                </a:lnTo>
                <a:lnTo>
                  <a:pt x="6827" y="1684301"/>
                </a:lnTo>
                <a:lnTo>
                  <a:pt x="25446" y="1711913"/>
                </a:lnTo>
                <a:lnTo>
                  <a:pt x="53058" y="1730532"/>
                </a:lnTo>
                <a:lnTo>
                  <a:pt x="86868" y="1737360"/>
                </a:lnTo>
                <a:lnTo>
                  <a:pt x="10639044" y="1737360"/>
                </a:lnTo>
                <a:lnTo>
                  <a:pt x="10672869" y="1730532"/>
                </a:lnTo>
                <a:lnTo>
                  <a:pt x="10700480" y="1711913"/>
                </a:lnTo>
                <a:lnTo>
                  <a:pt x="10719089" y="1684301"/>
                </a:lnTo>
                <a:lnTo>
                  <a:pt x="10725912" y="1650492"/>
                </a:lnTo>
                <a:lnTo>
                  <a:pt x="10725912" y="86868"/>
                </a:lnTo>
                <a:lnTo>
                  <a:pt x="10719089" y="53042"/>
                </a:lnTo>
                <a:lnTo>
                  <a:pt x="10700480" y="25431"/>
                </a:lnTo>
                <a:lnTo>
                  <a:pt x="10672869" y="6822"/>
                </a:lnTo>
                <a:lnTo>
                  <a:pt x="10639044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972819" y="4367021"/>
            <a:ext cx="3716654" cy="13887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>
                <a:solidFill>
                  <a:srgbClr val="585858"/>
                </a:solidFill>
                <a:latin typeface="Calibri"/>
                <a:cs typeface="Calibri"/>
              </a:rPr>
              <a:t>Under</a:t>
            </a:r>
            <a:r>
              <a:rPr dirty="0" sz="17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85858"/>
                </a:solidFill>
                <a:latin typeface="Calibri"/>
                <a:cs typeface="Calibri"/>
              </a:rPr>
              <a:t>the</a:t>
            </a:r>
            <a:r>
              <a:rPr dirty="0" sz="1700" spc="-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85858"/>
                </a:solidFill>
                <a:latin typeface="Calibri"/>
                <a:cs typeface="Calibri"/>
              </a:rPr>
              <a:t>Guidance</a:t>
            </a:r>
            <a:r>
              <a:rPr dirty="0" sz="17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700" spc="-25">
                <a:solidFill>
                  <a:srgbClr val="585858"/>
                </a:solidFill>
                <a:latin typeface="Calibri"/>
                <a:cs typeface="Calibri"/>
              </a:rPr>
              <a:t>of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2650" b="1">
                <a:solidFill>
                  <a:srgbClr val="C00000"/>
                </a:solidFill>
                <a:latin typeface="Calibri"/>
                <a:cs typeface="Calibri"/>
              </a:rPr>
              <a:t>Dr.</a:t>
            </a:r>
            <a:r>
              <a:rPr dirty="0" sz="265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650" b="1">
                <a:solidFill>
                  <a:srgbClr val="C00000"/>
                </a:solidFill>
                <a:latin typeface="Calibri"/>
                <a:cs typeface="Calibri"/>
              </a:rPr>
              <a:t>G.</a:t>
            </a:r>
            <a:r>
              <a:rPr dirty="0" sz="265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650" spc="-10" b="1">
                <a:solidFill>
                  <a:srgbClr val="C00000"/>
                </a:solidFill>
                <a:latin typeface="Calibri"/>
                <a:cs typeface="Calibri"/>
              </a:rPr>
              <a:t>Sudhakar</a:t>
            </a:r>
            <a:endParaRPr sz="2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252525"/>
                </a:solidFill>
                <a:latin typeface="Calibri"/>
                <a:cs typeface="Calibri"/>
              </a:rPr>
              <a:t>Associate</a:t>
            </a:r>
            <a:r>
              <a:rPr dirty="0" sz="180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2525"/>
                </a:solidFill>
                <a:latin typeface="Calibri"/>
                <a:cs typeface="Calibri"/>
              </a:rPr>
              <a:t>Professor,</a:t>
            </a:r>
            <a:r>
              <a:rPr dirty="0" sz="18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52525"/>
                </a:solidFill>
                <a:latin typeface="Calibri"/>
                <a:cs typeface="Calibri"/>
              </a:rPr>
              <a:t>Department</a:t>
            </a:r>
            <a:r>
              <a:rPr dirty="0" sz="18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2525"/>
                </a:solidFill>
                <a:latin typeface="Calibri"/>
                <a:cs typeface="Calibri"/>
              </a:rPr>
              <a:t>of</a:t>
            </a:r>
            <a:r>
              <a:rPr dirty="0" sz="180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252525"/>
                </a:solidFill>
                <a:latin typeface="Calibri"/>
                <a:cs typeface="Calibri"/>
              </a:rPr>
              <a:t>CSE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  <a:tabLst>
                <a:tab pos="1838325" algn="l"/>
              </a:tabLst>
            </a:pPr>
            <a:r>
              <a:rPr dirty="0" sz="1800" b="1">
                <a:solidFill>
                  <a:srgbClr val="252525"/>
                </a:solidFill>
                <a:latin typeface="Calibri"/>
                <a:cs typeface="Calibri"/>
              </a:rPr>
              <a:t>Project</a:t>
            </a:r>
            <a:r>
              <a:rPr dirty="0" sz="1800" spc="-3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52525"/>
                </a:solidFill>
                <a:latin typeface="Calibri"/>
                <a:cs typeface="Calibri"/>
              </a:rPr>
              <a:t>Batch:</a:t>
            </a:r>
            <a:r>
              <a:rPr dirty="0" sz="1800" spc="-2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00" spc="-50">
                <a:solidFill>
                  <a:srgbClr val="252525"/>
                </a:solidFill>
                <a:latin typeface="Calibri"/>
                <a:cs typeface="Calibri"/>
              </a:rPr>
              <a:t>A</a:t>
            </a:r>
            <a:r>
              <a:rPr dirty="0" sz="180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dirty="0" sz="1800" b="1">
                <a:solidFill>
                  <a:srgbClr val="252525"/>
                </a:solidFill>
                <a:latin typeface="Calibri"/>
                <a:cs typeface="Calibri"/>
              </a:rPr>
              <a:t>Section:</a:t>
            </a:r>
            <a:r>
              <a:rPr dirty="0" sz="1800" spc="-2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00" spc="-50">
                <a:solidFill>
                  <a:srgbClr val="252525"/>
                </a:solidFill>
                <a:latin typeface="Calibri"/>
                <a:cs typeface="Calibri"/>
              </a:rPr>
              <a:t>9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095" y="6214871"/>
            <a:ext cx="12205335" cy="650240"/>
            <a:chOff x="-6095" y="6214871"/>
            <a:chExt cx="12205335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285"/>
                  </a:lnTo>
                  <a:lnTo>
                    <a:pt x="12192000" y="63728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81" y="6221348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285"/>
                  </a:moveTo>
                  <a:lnTo>
                    <a:pt x="12192000" y="63728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285"/>
                  </a:lnTo>
                  <a:close/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55"/>
              <a:t>DTIE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126489" y="6381986"/>
            <a:ext cx="145415" cy="290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|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114"/>
              <a:t>Department</a:t>
            </a:r>
            <a:r>
              <a:rPr dirty="0" spc="-190"/>
              <a:t> </a:t>
            </a:r>
            <a:r>
              <a:rPr dirty="0" spc="-55"/>
              <a:t>of</a:t>
            </a:r>
            <a:r>
              <a:rPr dirty="0" spc="-185"/>
              <a:t> </a:t>
            </a:r>
            <a:r>
              <a:rPr dirty="0" spc="-95"/>
              <a:t>Multi</a:t>
            </a:r>
            <a:r>
              <a:rPr dirty="0" spc="-190"/>
              <a:t> </a:t>
            </a:r>
            <a:r>
              <a:rPr dirty="0" spc="-114"/>
              <a:t>Disciplinary</a:t>
            </a:r>
            <a:r>
              <a:rPr dirty="0" spc="-195"/>
              <a:t> </a:t>
            </a:r>
            <a:r>
              <a:rPr dirty="0" spc="-110"/>
              <a:t>Innovation</a:t>
            </a:r>
            <a:r>
              <a:rPr dirty="0" spc="-190"/>
              <a:t> </a:t>
            </a:r>
            <a:r>
              <a:rPr dirty="0" spc="-20"/>
              <a:t>&amp;</a:t>
            </a:r>
            <a:r>
              <a:rPr dirty="0" spc="-160"/>
              <a:t> </a:t>
            </a:r>
            <a:r>
              <a:rPr dirty="0" spc="-85"/>
              <a:t>Entrepreneurship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1773" y="330707"/>
            <a:ext cx="4125595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75"/>
              <a:t>Vision</a:t>
            </a:r>
            <a:r>
              <a:rPr dirty="0" spc="-165"/>
              <a:t> </a:t>
            </a:r>
            <a:r>
              <a:rPr dirty="0" spc="-45"/>
              <a:t>and</a:t>
            </a:r>
            <a:r>
              <a:rPr dirty="0" spc="-175"/>
              <a:t> </a:t>
            </a:r>
            <a:r>
              <a:rPr dirty="0" spc="-40"/>
              <a:t>Mission</a:t>
            </a:r>
          </a:p>
        </p:txBody>
      </p:sp>
      <p:sp>
        <p:nvSpPr>
          <p:cNvPr id="6" name="object 6"/>
          <p:cNvSpPr/>
          <p:nvPr/>
        </p:nvSpPr>
        <p:spPr>
          <a:xfrm>
            <a:off x="731519" y="1463039"/>
            <a:ext cx="4937760" cy="3383279"/>
          </a:xfrm>
          <a:custGeom>
            <a:avLst/>
            <a:gdLst/>
            <a:ahLst/>
            <a:cxnLst/>
            <a:rect l="l" t="t" r="r" b="b"/>
            <a:pathLst>
              <a:path w="4937760" h="3383279">
                <a:moveTo>
                  <a:pt x="4768596" y="0"/>
                </a:moveTo>
                <a:lnTo>
                  <a:pt x="169164" y="0"/>
                </a:lnTo>
                <a:lnTo>
                  <a:pt x="124195" y="6039"/>
                </a:lnTo>
                <a:lnTo>
                  <a:pt x="83786" y="23085"/>
                </a:lnTo>
                <a:lnTo>
                  <a:pt x="49549" y="49529"/>
                </a:lnTo>
                <a:lnTo>
                  <a:pt x="23097" y="83763"/>
                </a:lnTo>
                <a:lnTo>
                  <a:pt x="6043" y="124177"/>
                </a:lnTo>
                <a:lnTo>
                  <a:pt x="0" y="169163"/>
                </a:lnTo>
                <a:lnTo>
                  <a:pt x="0" y="3214116"/>
                </a:lnTo>
                <a:lnTo>
                  <a:pt x="6043" y="3259102"/>
                </a:lnTo>
                <a:lnTo>
                  <a:pt x="23097" y="3299516"/>
                </a:lnTo>
                <a:lnTo>
                  <a:pt x="49549" y="3333750"/>
                </a:lnTo>
                <a:lnTo>
                  <a:pt x="83786" y="3360194"/>
                </a:lnTo>
                <a:lnTo>
                  <a:pt x="124195" y="3377240"/>
                </a:lnTo>
                <a:lnTo>
                  <a:pt x="169164" y="3383279"/>
                </a:lnTo>
                <a:lnTo>
                  <a:pt x="4768596" y="3383279"/>
                </a:lnTo>
                <a:lnTo>
                  <a:pt x="4813582" y="3377240"/>
                </a:lnTo>
                <a:lnTo>
                  <a:pt x="4853996" y="3360194"/>
                </a:lnTo>
                <a:lnTo>
                  <a:pt x="4888230" y="3333750"/>
                </a:lnTo>
                <a:lnTo>
                  <a:pt x="4914674" y="3299516"/>
                </a:lnTo>
                <a:lnTo>
                  <a:pt x="4931720" y="3259102"/>
                </a:lnTo>
                <a:lnTo>
                  <a:pt x="4937760" y="3214116"/>
                </a:lnTo>
                <a:lnTo>
                  <a:pt x="4937760" y="169163"/>
                </a:lnTo>
                <a:lnTo>
                  <a:pt x="4931720" y="124177"/>
                </a:lnTo>
                <a:lnTo>
                  <a:pt x="4914674" y="83763"/>
                </a:lnTo>
                <a:lnTo>
                  <a:pt x="4888230" y="49529"/>
                </a:lnTo>
                <a:lnTo>
                  <a:pt x="4853996" y="23085"/>
                </a:lnTo>
                <a:lnTo>
                  <a:pt x="4813582" y="6039"/>
                </a:lnTo>
                <a:lnTo>
                  <a:pt x="4768596" y="0"/>
                </a:lnTo>
                <a:close/>
              </a:path>
            </a:pathLst>
          </a:custGeom>
          <a:solidFill>
            <a:srgbClr val="E8ED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96950" y="1566164"/>
            <a:ext cx="4094479" cy="2397125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3000" b="1">
                <a:solidFill>
                  <a:srgbClr val="1F4E9E"/>
                </a:solidFill>
                <a:latin typeface="Calibri"/>
                <a:cs typeface="Calibri"/>
              </a:rPr>
              <a:t>Our</a:t>
            </a:r>
            <a:r>
              <a:rPr dirty="0" sz="3000" spc="-25" b="1">
                <a:solidFill>
                  <a:srgbClr val="1F4E9E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1F4E9E"/>
                </a:solidFill>
                <a:latin typeface="Calibri"/>
                <a:cs typeface="Calibri"/>
              </a:rPr>
              <a:t>Vision</a:t>
            </a:r>
            <a:endParaRPr sz="3000">
              <a:latin typeface="Calibri"/>
              <a:cs typeface="Calibri"/>
            </a:endParaRPr>
          </a:p>
          <a:p>
            <a:pPr marL="195580" marR="29845" indent="-182880">
              <a:lnSpc>
                <a:spcPct val="100000"/>
              </a:lnSpc>
              <a:spcBef>
                <a:spcPts val="545"/>
              </a:spcBef>
              <a:buClr>
                <a:srgbClr val="1F4E9E"/>
              </a:buClr>
              <a:buChar char="•"/>
              <a:tabLst>
                <a:tab pos="195580" algn="l"/>
              </a:tabLst>
            </a:pP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Simple,</a:t>
            </a:r>
            <a:r>
              <a:rPr dirty="0" sz="2250" spc="-5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accurate</a:t>
            </a:r>
            <a:r>
              <a:rPr dirty="0" sz="2250" spc="-6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225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 spc="-10">
                <a:solidFill>
                  <a:srgbClr val="252525"/>
                </a:solidFill>
                <a:latin typeface="Calibri"/>
                <a:cs typeface="Calibri"/>
              </a:rPr>
              <a:t>transparent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attendance</a:t>
            </a:r>
            <a:r>
              <a:rPr dirty="0" sz="2250" spc="-7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management</a:t>
            </a:r>
            <a:r>
              <a:rPr dirty="0" sz="2250" spc="-7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 spc="-20">
                <a:solidFill>
                  <a:srgbClr val="252525"/>
                </a:solidFill>
                <a:latin typeface="Calibri"/>
                <a:cs typeface="Calibri"/>
              </a:rPr>
              <a:t>using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modern</a:t>
            </a:r>
            <a:r>
              <a:rPr dirty="0" sz="2250" spc="-6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 spc="-10">
                <a:solidFill>
                  <a:srgbClr val="252525"/>
                </a:solidFill>
                <a:latin typeface="Calibri"/>
                <a:cs typeface="Calibri"/>
              </a:rPr>
              <a:t>technology.</a:t>
            </a:r>
            <a:endParaRPr sz="2250">
              <a:latin typeface="Calibri"/>
              <a:cs typeface="Calibri"/>
            </a:endParaRPr>
          </a:p>
          <a:p>
            <a:pPr marL="195580" marR="5080" indent="-182880">
              <a:lnSpc>
                <a:spcPct val="100000"/>
              </a:lnSpc>
              <a:spcBef>
                <a:spcPts val="300"/>
              </a:spcBef>
              <a:buClr>
                <a:srgbClr val="1F4E9E"/>
              </a:buClr>
              <a:buChar char="•"/>
              <a:tabLst>
                <a:tab pos="195580" algn="l"/>
              </a:tabLst>
            </a:pP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Teachers</a:t>
            </a:r>
            <a:r>
              <a:rPr dirty="0" sz="2250" spc="-7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mark</a:t>
            </a:r>
            <a:r>
              <a:rPr dirty="0" sz="2250" spc="-6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attendance</a:t>
            </a:r>
            <a:r>
              <a:rPr dirty="0" sz="2250" spc="-7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 spc="-10">
                <a:solidFill>
                  <a:srgbClr val="252525"/>
                </a:solidFill>
                <a:latin typeface="Calibri"/>
                <a:cs typeface="Calibri"/>
              </a:rPr>
              <a:t>easily;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students</a:t>
            </a:r>
            <a:r>
              <a:rPr dirty="0" sz="225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track</a:t>
            </a:r>
            <a:r>
              <a:rPr dirty="0" sz="225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theirs</a:t>
            </a:r>
            <a:r>
              <a:rPr dirty="0" sz="225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 spc="-10">
                <a:solidFill>
                  <a:srgbClr val="252525"/>
                </a:solidFill>
                <a:latin typeface="Calibri"/>
                <a:cs typeface="Calibri"/>
              </a:rPr>
              <a:t>anytime.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937759" y="1554480"/>
            <a:ext cx="548640" cy="548640"/>
            <a:chOff x="4937759" y="1554480"/>
            <a:chExt cx="548640" cy="548640"/>
          </a:xfrm>
        </p:grpSpPr>
        <p:sp>
          <p:nvSpPr>
            <p:cNvPr id="9" name="object 9"/>
            <p:cNvSpPr/>
            <p:nvPr/>
          </p:nvSpPr>
          <p:spPr>
            <a:xfrm>
              <a:off x="4937759" y="155448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39">
                  <a:moveTo>
                    <a:pt x="274320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20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20" y="548640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40" y="274320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1F4E9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eye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4919" y="1738134"/>
              <a:ext cx="274320" cy="185979"/>
            </a:xfrm>
            <a:prstGeom prst="rect">
              <a:avLst/>
            </a:prstGeom>
          </p:spPr>
        </p:pic>
      </p:grpSp>
      <p:sp>
        <p:nvSpPr>
          <p:cNvPr id="11" name="object 11"/>
          <p:cNvSpPr/>
          <p:nvPr/>
        </p:nvSpPr>
        <p:spPr>
          <a:xfrm>
            <a:off x="5852159" y="1463039"/>
            <a:ext cx="5605780" cy="3383279"/>
          </a:xfrm>
          <a:custGeom>
            <a:avLst/>
            <a:gdLst/>
            <a:ahLst/>
            <a:cxnLst/>
            <a:rect l="l" t="t" r="r" b="b"/>
            <a:pathLst>
              <a:path w="5605780" h="3383279">
                <a:moveTo>
                  <a:pt x="5436108" y="0"/>
                </a:moveTo>
                <a:lnTo>
                  <a:pt x="169164" y="0"/>
                </a:lnTo>
                <a:lnTo>
                  <a:pt x="124177" y="6039"/>
                </a:lnTo>
                <a:lnTo>
                  <a:pt x="83763" y="23085"/>
                </a:lnTo>
                <a:lnTo>
                  <a:pt x="49530" y="49529"/>
                </a:lnTo>
                <a:lnTo>
                  <a:pt x="23085" y="83763"/>
                </a:lnTo>
                <a:lnTo>
                  <a:pt x="6039" y="124177"/>
                </a:lnTo>
                <a:lnTo>
                  <a:pt x="0" y="169163"/>
                </a:lnTo>
                <a:lnTo>
                  <a:pt x="0" y="3214116"/>
                </a:lnTo>
                <a:lnTo>
                  <a:pt x="6039" y="3259102"/>
                </a:lnTo>
                <a:lnTo>
                  <a:pt x="23085" y="3299516"/>
                </a:lnTo>
                <a:lnTo>
                  <a:pt x="49530" y="3333750"/>
                </a:lnTo>
                <a:lnTo>
                  <a:pt x="83763" y="3360194"/>
                </a:lnTo>
                <a:lnTo>
                  <a:pt x="124177" y="3377240"/>
                </a:lnTo>
                <a:lnTo>
                  <a:pt x="169164" y="3383279"/>
                </a:lnTo>
                <a:lnTo>
                  <a:pt x="5436108" y="3383279"/>
                </a:lnTo>
                <a:lnTo>
                  <a:pt x="5481094" y="3377240"/>
                </a:lnTo>
                <a:lnTo>
                  <a:pt x="5521508" y="3360194"/>
                </a:lnTo>
                <a:lnTo>
                  <a:pt x="5555742" y="3333750"/>
                </a:lnTo>
                <a:lnTo>
                  <a:pt x="5582186" y="3299516"/>
                </a:lnTo>
                <a:lnTo>
                  <a:pt x="5599232" y="3259102"/>
                </a:lnTo>
                <a:lnTo>
                  <a:pt x="5605272" y="3214116"/>
                </a:lnTo>
                <a:lnTo>
                  <a:pt x="5605272" y="169163"/>
                </a:lnTo>
                <a:lnTo>
                  <a:pt x="5599232" y="124177"/>
                </a:lnTo>
                <a:lnTo>
                  <a:pt x="5582186" y="83763"/>
                </a:lnTo>
                <a:lnTo>
                  <a:pt x="5555742" y="49529"/>
                </a:lnTo>
                <a:lnTo>
                  <a:pt x="5521508" y="23085"/>
                </a:lnTo>
                <a:lnTo>
                  <a:pt x="5481094" y="6039"/>
                </a:lnTo>
                <a:lnTo>
                  <a:pt x="5436108" y="0"/>
                </a:lnTo>
                <a:close/>
              </a:path>
            </a:pathLst>
          </a:custGeom>
          <a:solidFill>
            <a:srgbClr val="FC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118097" y="1566164"/>
            <a:ext cx="4472940" cy="2130425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3000" b="1">
                <a:solidFill>
                  <a:srgbClr val="C00000"/>
                </a:solidFill>
                <a:latin typeface="Calibri"/>
                <a:cs typeface="Calibri"/>
              </a:rPr>
              <a:t>Our</a:t>
            </a:r>
            <a:r>
              <a:rPr dirty="0" sz="3000" spc="-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C00000"/>
                </a:solidFill>
                <a:latin typeface="Calibri"/>
                <a:cs typeface="Calibri"/>
              </a:rPr>
              <a:t>Mission</a:t>
            </a:r>
            <a:endParaRPr sz="3000">
              <a:latin typeface="Calibri"/>
              <a:cs typeface="Calibri"/>
            </a:endParaRPr>
          </a:p>
          <a:p>
            <a:pPr marL="195580" indent="-182880">
              <a:lnSpc>
                <a:spcPct val="100000"/>
              </a:lnSpc>
              <a:spcBef>
                <a:spcPts val="545"/>
              </a:spcBef>
              <a:buClr>
                <a:srgbClr val="C00000"/>
              </a:buClr>
              <a:buChar char="•"/>
              <a:tabLst>
                <a:tab pos="195580" algn="l"/>
              </a:tabLst>
            </a:pP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Save</a:t>
            </a:r>
            <a:r>
              <a:rPr dirty="0" sz="225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teachers'</a:t>
            </a:r>
            <a:r>
              <a:rPr dirty="0" sz="225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 spc="-20">
                <a:solidFill>
                  <a:srgbClr val="252525"/>
                </a:solidFill>
                <a:latin typeface="Calibri"/>
                <a:cs typeface="Calibri"/>
              </a:rPr>
              <a:t>time</a:t>
            </a:r>
            <a:endParaRPr sz="2250">
              <a:latin typeface="Calibri"/>
              <a:cs typeface="Calibri"/>
            </a:endParaRPr>
          </a:p>
          <a:p>
            <a:pPr marL="195580" indent="-182880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Char char="•"/>
              <a:tabLst>
                <a:tab pos="195580" algn="l"/>
              </a:tabLst>
            </a:pP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Replace</a:t>
            </a:r>
            <a:r>
              <a:rPr dirty="0" sz="2250" spc="-7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paper</a:t>
            </a:r>
            <a:r>
              <a:rPr dirty="0" sz="225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 spc="-10">
                <a:solidFill>
                  <a:srgbClr val="252525"/>
                </a:solidFill>
                <a:latin typeface="Calibri"/>
                <a:cs typeface="Calibri"/>
              </a:rPr>
              <a:t>registers</a:t>
            </a:r>
            <a:endParaRPr sz="2250">
              <a:latin typeface="Calibri"/>
              <a:cs typeface="Calibri"/>
            </a:endParaRPr>
          </a:p>
          <a:p>
            <a:pPr marL="195580" indent="-182880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Char char="•"/>
              <a:tabLst>
                <a:tab pos="195580" algn="l"/>
              </a:tabLst>
            </a:pP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Reduce</a:t>
            </a:r>
            <a:r>
              <a:rPr dirty="0" sz="225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errors</a:t>
            </a:r>
            <a:r>
              <a:rPr dirty="0" sz="2250" spc="-5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225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proxy</a:t>
            </a:r>
            <a:r>
              <a:rPr dirty="0" sz="2250" spc="-6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 spc="-10">
                <a:solidFill>
                  <a:srgbClr val="252525"/>
                </a:solidFill>
                <a:latin typeface="Calibri"/>
                <a:cs typeface="Calibri"/>
              </a:rPr>
              <a:t>attendance</a:t>
            </a:r>
            <a:endParaRPr sz="225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Char char="•"/>
              <a:tabLst>
                <a:tab pos="194945" algn="l"/>
              </a:tabLst>
            </a:pP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Alert</a:t>
            </a:r>
            <a:r>
              <a:rPr dirty="0" sz="225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students</a:t>
            </a:r>
            <a:r>
              <a:rPr dirty="0" sz="225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about</a:t>
            </a:r>
            <a:r>
              <a:rPr dirty="0" sz="225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low</a:t>
            </a:r>
            <a:r>
              <a:rPr dirty="0" sz="2250" spc="-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 spc="-10">
                <a:solidFill>
                  <a:srgbClr val="252525"/>
                </a:solidFill>
                <a:latin typeface="Calibri"/>
                <a:cs typeface="Calibri"/>
              </a:rPr>
              <a:t>attendance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588752" y="1554480"/>
            <a:ext cx="548640" cy="548640"/>
            <a:chOff x="10588752" y="1554480"/>
            <a:chExt cx="548640" cy="548640"/>
          </a:xfrm>
        </p:grpSpPr>
        <p:sp>
          <p:nvSpPr>
            <p:cNvPr id="14" name="object 14"/>
            <p:cNvSpPr/>
            <p:nvPr/>
          </p:nvSpPr>
          <p:spPr>
            <a:xfrm>
              <a:off x="10588752" y="155448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20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20" y="548640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40" y="274320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bullsey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30561" y="1696289"/>
              <a:ext cx="269670" cy="269670"/>
            </a:xfrm>
            <a:prstGeom prst="rect">
              <a:avLst/>
            </a:prstGeom>
          </p:spPr>
        </p:pic>
      </p:grpSp>
      <p:sp>
        <p:nvSpPr>
          <p:cNvPr id="16" name="object 16"/>
          <p:cNvSpPr/>
          <p:nvPr/>
        </p:nvSpPr>
        <p:spPr>
          <a:xfrm>
            <a:off x="731519" y="4983479"/>
            <a:ext cx="10726420" cy="1005840"/>
          </a:xfrm>
          <a:custGeom>
            <a:avLst/>
            <a:gdLst/>
            <a:ahLst/>
            <a:cxnLst/>
            <a:rect l="l" t="t" r="r" b="b"/>
            <a:pathLst>
              <a:path w="10726420" h="1005839">
                <a:moveTo>
                  <a:pt x="10675620" y="0"/>
                </a:moveTo>
                <a:lnTo>
                  <a:pt x="50292" y="0"/>
                </a:lnTo>
                <a:lnTo>
                  <a:pt x="30716" y="3946"/>
                </a:lnTo>
                <a:lnTo>
                  <a:pt x="14730" y="14716"/>
                </a:lnTo>
                <a:lnTo>
                  <a:pt x="3952" y="30700"/>
                </a:lnTo>
                <a:lnTo>
                  <a:pt x="0" y="50292"/>
                </a:lnTo>
                <a:lnTo>
                  <a:pt x="0" y="955548"/>
                </a:lnTo>
                <a:lnTo>
                  <a:pt x="3952" y="975123"/>
                </a:lnTo>
                <a:lnTo>
                  <a:pt x="14730" y="991109"/>
                </a:lnTo>
                <a:lnTo>
                  <a:pt x="30716" y="1001887"/>
                </a:lnTo>
                <a:lnTo>
                  <a:pt x="50292" y="1005840"/>
                </a:lnTo>
                <a:lnTo>
                  <a:pt x="10675620" y="1005840"/>
                </a:lnTo>
                <a:lnTo>
                  <a:pt x="10695211" y="1001887"/>
                </a:lnTo>
                <a:lnTo>
                  <a:pt x="10711195" y="991109"/>
                </a:lnTo>
                <a:lnTo>
                  <a:pt x="10721965" y="975123"/>
                </a:lnTo>
                <a:lnTo>
                  <a:pt x="10725912" y="955548"/>
                </a:lnTo>
                <a:lnTo>
                  <a:pt x="10725912" y="50292"/>
                </a:lnTo>
                <a:lnTo>
                  <a:pt x="10721965" y="30700"/>
                </a:lnTo>
                <a:lnTo>
                  <a:pt x="10711195" y="14716"/>
                </a:lnTo>
                <a:lnTo>
                  <a:pt x="10695211" y="3946"/>
                </a:lnTo>
                <a:lnTo>
                  <a:pt x="1067562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962152" y="5113020"/>
            <a:ext cx="1007935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250" b="1">
                <a:solidFill>
                  <a:srgbClr val="FFFFFF"/>
                </a:solidFill>
                <a:latin typeface="Calibri"/>
                <a:cs typeface="Calibri"/>
              </a:rPr>
              <a:t>Our</a:t>
            </a:r>
            <a:r>
              <a:rPr dirty="0" sz="225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50" b="1">
                <a:solidFill>
                  <a:srgbClr val="FFFFFF"/>
                </a:solidFill>
                <a:latin typeface="Calibri"/>
                <a:cs typeface="Calibri"/>
              </a:rPr>
              <a:t>Goal:</a:t>
            </a:r>
            <a:r>
              <a:rPr dirty="0" sz="2250" spc="4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2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FFFFFF"/>
                </a:solidFill>
                <a:latin typeface="Calibri"/>
                <a:cs typeface="Calibri"/>
              </a:rPr>
              <a:t>smart</a:t>
            </a:r>
            <a:r>
              <a:rPr dirty="0" sz="225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FFFFFF"/>
                </a:solidFill>
                <a:latin typeface="Calibri"/>
                <a:cs typeface="Calibri"/>
              </a:rPr>
              <a:t>attendance</a:t>
            </a:r>
            <a:r>
              <a:rPr dirty="0" sz="22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22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225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FFFFFF"/>
                </a:solidFill>
                <a:latin typeface="Calibri"/>
                <a:cs typeface="Calibri"/>
              </a:rPr>
              <a:t>keeps</a:t>
            </a:r>
            <a:r>
              <a:rPr dirty="0" sz="22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FFFFFF"/>
                </a:solidFill>
                <a:latin typeface="Calibri"/>
                <a:cs typeface="Calibri"/>
              </a:rPr>
              <a:t>students,</a:t>
            </a:r>
            <a:r>
              <a:rPr dirty="0" sz="22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FFFFFF"/>
                </a:solidFill>
                <a:latin typeface="Calibri"/>
                <a:cs typeface="Calibri"/>
              </a:rPr>
              <a:t>teachers</a:t>
            </a:r>
            <a:r>
              <a:rPr dirty="0" sz="22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2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Calibri"/>
                <a:cs typeface="Calibri"/>
              </a:rPr>
              <a:t>management informed.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095" y="6214871"/>
            <a:ext cx="12205335" cy="650240"/>
            <a:chOff x="-6095" y="6214871"/>
            <a:chExt cx="12205335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285"/>
                  </a:lnTo>
                  <a:lnTo>
                    <a:pt x="12192000" y="63728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81" y="6221348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285"/>
                  </a:moveTo>
                  <a:lnTo>
                    <a:pt x="12192000" y="63728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285"/>
                  </a:lnTo>
                  <a:close/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55"/>
              <a:t>DTIE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126489" y="6381986"/>
            <a:ext cx="145415" cy="290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|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114"/>
              <a:t>Department</a:t>
            </a:r>
            <a:r>
              <a:rPr dirty="0" spc="-190"/>
              <a:t> </a:t>
            </a:r>
            <a:r>
              <a:rPr dirty="0" spc="-55"/>
              <a:t>of</a:t>
            </a:r>
            <a:r>
              <a:rPr dirty="0" spc="-185"/>
              <a:t> </a:t>
            </a:r>
            <a:r>
              <a:rPr dirty="0" spc="-95"/>
              <a:t>Multi</a:t>
            </a:r>
            <a:r>
              <a:rPr dirty="0" spc="-190"/>
              <a:t> </a:t>
            </a:r>
            <a:r>
              <a:rPr dirty="0" spc="-114"/>
              <a:t>Disciplinary</a:t>
            </a:r>
            <a:r>
              <a:rPr dirty="0" spc="-195"/>
              <a:t> </a:t>
            </a:r>
            <a:r>
              <a:rPr dirty="0" spc="-110"/>
              <a:t>Innovation</a:t>
            </a:r>
            <a:r>
              <a:rPr dirty="0" spc="-190"/>
              <a:t> </a:t>
            </a:r>
            <a:r>
              <a:rPr dirty="0" spc="-20"/>
              <a:t>&amp;</a:t>
            </a:r>
            <a:r>
              <a:rPr dirty="0" spc="-160"/>
              <a:t> </a:t>
            </a:r>
            <a:r>
              <a:rPr dirty="0" spc="-85"/>
              <a:t>Entrepreneurship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0"/>
              <a:t>Problem</a:t>
            </a:r>
            <a:r>
              <a:rPr dirty="0" spc="-110"/>
              <a:t> </a:t>
            </a:r>
            <a:r>
              <a:rPr dirty="0" spc="-70"/>
              <a:t>Statement</a:t>
            </a:r>
          </a:p>
        </p:txBody>
      </p:sp>
      <p:sp>
        <p:nvSpPr>
          <p:cNvPr id="6" name="object 6"/>
          <p:cNvSpPr/>
          <p:nvPr/>
        </p:nvSpPr>
        <p:spPr>
          <a:xfrm>
            <a:off x="731519" y="1417319"/>
            <a:ext cx="3447415" cy="1554480"/>
          </a:xfrm>
          <a:custGeom>
            <a:avLst/>
            <a:gdLst/>
            <a:ahLst/>
            <a:cxnLst/>
            <a:rect l="l" t="t" r="r" b="b"/>
            <a:pathLst>
              <a:path w="3447415" h="1554480">
                <a:moveTo>
                  <a:pt x="3369564" y="0"/>
                </a:moveTo>
                <a:lnTo>
                  <a:pt x="77724" y="0"/>
                </a:lnTo>
                <a:lnTo>
                  <a:pt x="47470" y="6107"/>
                </a:lnTo>
                <a:lnTo>
                  <a:pt x="22764" y="22764"/>
                </a:lnTo>
                <a:lnTo>
                  <a:pt x="6107" y="47470"/>
                </a:lnTo>
                <a:lnTo>
                  <a:pt x="0" y="77724"/>
                </a:lnTo>
                <a:lnTo>
                  <a:pt x="0" y="1476756"/>
                </a:lnTo>
                <a:lnTo>
                  <a:pt x="6107" y="1507009"/>
                </a:lnTo>
                <a:lnTo>
                  <a:pt x="22764" y="1531715"/>
                </a:lnTo>
                <a:lnTo>
                  <a:pt x="47470" y="1548372"/>
                </a:lnTo>
                <a:lnTo>
                  <a:pt x="77724" y="1554480"/>
                </a:lnTo>
                <a:lnTo>
                  <a:pt x="3369564" y="1554480"/>
                </a:lnTo>
                <a:lnTo>
                  <a:pt x="3399817" y="1548372"/>
                </a:lnTo>
                <a:lnTo>
                  <a:pt x="3424523" y="1531715"/>
                </a:lnTo>
                <a:lnTo>
                  <a:pt x="3441180" y="1507009"/>
                </a:lnTo>
                <a:lnTo>
                  <a:pt x="3447288" y="1476756"/>
                </a:lnTo>
                <a:lnTo>
                  <a:pt x="3447288" y="77724"/>
                </a:lnTo>
                <a:lnTo>
                  <a:pt x="3441180" y="47470"/>
                </a:lnTo>
                <a:lnTo>
                  <a:pt x="3424523" y="22764"/>
                </a:lnTo>
                <a:lnTo>
                  <a:pt x="3399817" y="6107"/>
                </a:lnTo>
                <a:lnTo>
                  <a:pt x="3369564" y="0"/>
                </a:lnTo>
                <a:close/>
              </a:path>
            </a:pathLst>
          </a:custGeom>
          <a:solidFill>
            <a:srgbClr val="FC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24560" y="1486437"/>
            <a:ext cx="2864485" cy="822325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2250" b="1">
                <a:solidFill>
                  <a:srgbClr val="C00000"/>
                </a:solidFill>
                <a:latin typeface="Calibri"/>
                <a:cs typeface="Calibri"/>
              </a:rPr>
              <a:t>1.</a:t>
            </a:r>
            <a:r>
              <a:rPr dirty="0" sz="2250" spc="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50" spc="-10" b="1">
                <a:solidFill>
                  <a:srgbClr val="C00000"/>
                </a:solidFill>
                <a:latin typeface="Calibri"/>
                <a:cs typeface="Calibri"/>
              </a:rPr>
              <a:t>Time-Consuming</a:t>
            </a:r>
            <a:endParaRPr sz="2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Roll</a:t>
            </a:r>
            <a:r>
              <a:rPr dirty="0" sz="210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calls</a:t>
            </a:r>
            <a:r>
              <a:rPr dirty="0" sz="210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waste</a:t>
            </a:r>
            <a:r>
              <a:rPr dirty="0" sz="210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class</a:t>
            </a:r>
            <a:r>
              <a:rPr dirty="0" sz="210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252525"/>
                </a:solidFill>
                <a:latin typeface="Calibri"/>
                <a:cs typeface="Calibri"/>
              </a:rPr>
              <a:t>time.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84447" y="1527047"/>
            <a:ext cx="411480" cy="411480"/>
            <a:chOff x="3584447" y="1527047"/>
            <a:chExt cx="411480" cy="411480"/>
          </a:xfrm>
        </p:grpSpPr>
        <p:sp>
          <p:nvSpPr>
            <p:cNvPr id="9" name="object 9"/>
            <p:cNvSpPr/>
            <p:nvPr/>
          </p:nvSpPr>
          <p:spPr>
            <a:xfrm>
              <a:off x="3584447" y="1527047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79" h="411480">
                  <a:moveTo>
                    <a:pt x="205740" y="0"/>
                  </a:move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39"/>
                  </a:lnTo>
                  <a:lnTo>
                    <a:pt x="5431" y="252926"/>
                  </a:lnTo>
                  <a:lnTo>
                    <a:pt x="20905" y="296235"/>
                  </a:lnTo>
                  <a:lnTo>
                    <a:pt x="45186" y="334435"/>
                  </a:lnTo>
                  <a:lnTo>
                    <a:pt x="77044" y="366293"/>
                  </a:lnTo>
                  <a:lnTo>
                    <a:pt x="115244" y="390574"/>
                  </a:lnTo>
                  <a:lnTo>
                    <a:pt x="158553" y="406048"/>
                  </a:lnTo>
                  <a:lnTo>
                    <a:pt x="205740" y="411479"/>
                  </a:lnTo>
                  <a:lnTo>
                    <a:pt x="252926" y="406048"/>
                  </a:lnTo>
                  <a:lnTo>
                    <a:pt x="296235" y="390574"/>
                  </a:lnTo>
                  <a:lnTo>
                    <a:pt x="334435" y="366293"/>
                  </a:lnTo>
                  <a:lnTo>
                    <a:pt x="366293" y="334435"/>
                  </a:lnTo>
                  <a:lnTo>
                    <a:pt x="390574" y="296235"/>
                  </a:lnTo>
                  <a:lnTo>
                    <a:pt x="406048" y="252926"/>
                  </a:lnTo>
                  <a:lnTo>
                    <a:pt x="411480" y="205739"/>
                  </a:lnTo>
                  <a:lnTo>
                    <a:pt x="406048" y="158553"/>
                  </a:lnTo>
                  <a:lnTo>
                    <a:pt x="390574" y="115244"/>
                  </a:lnTo>
                  <a:lnTo>
                    <a:pt x="366293" y="77044"/>
                  </a:lnTo>
                  <a:lnTo>
                    <a:pt x="334435" y="45186"/>
                  </a:lnTo>
                  <a:lnTo>
                    <a:pt x="296235" y="20905"/>
                  </a:lnTo>
                  <a:lnTo>
                    <a:pt x="252926" y="5431"/>
                  </a:lnTo>
                  <a:lnTo>
                    <a:pt x="20574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clock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91516" y="1634116"/>
              <a:ext cx="201541" cy="201541"/>
            </a:xfrm>
            <a:prstGeom prst="rect">
              <a:avLst/>
            </a:prstGeom>
          </p:spPr>
        </p:pic>
      </p:grpSp>
      <p:sp>
        <p:nvSpPr>
          <p:cNvPr id="11" name="object 11"/>
          <p:cNvSpPr/>
          <p:nvPr/>
        </p:nvSpPr>
        <p:spPr>
          <a:xfrm>
            <a:off x="4370832" y="1417319"/>
            <a:ext cx="3447415" cy="1554480"/>
          </a:xfrm>
          <a:custGeom>
            <a:avLst/>
            <a:gdLst/>
            <a:ahLst/>
            <a:cxnLst/>
            <a:rect l="l" t="t" r="r" b="b"/>
            <a:pathLst>
              <a:path w="3447415" h="1554480">
                <a:moveTo>
                  <a:pt x="3369564" y="0"/>
                </a:moveTo>
                <a:lnTo>
                  <a:pt x="77724" y="0"/>
                </a:lnTo>
                <a:lnTo>
                  <a:pt x="47470" y="6107"/>
                </a:lnTo>
                <a:lnTo>
                  <a:pt x="22764" y="22764"/>
                </a:lnTo>
                <a:lnTo>
                  <a:pt x="6107" y="47470"/>
                </a:lnTo>
                <a:lnTo>
                  <a:pt x="0" y="77724"/>
                </a:lnTo>
                <a:lnTo>
                  <a:pt x="0" y="1476756"/>
                </a:lnTo>
                <a:lnTo>
                  <a:pt x="6107" y="1507009"/>
                </a:lnTo>
                <a:lnTo>
                  <a:pt x="22764" y="1531715"/>
                </a:lnTo>
                <a:lnTo>
                  <a:pt x="47470" y="1548372"/>
                </a:lnTo>
                <a:lnTo>
                  <a:pt x="77724" y="1554480"/>
                </a:lnTo>
                <a:lnTo>
                  <a:pt x="3369564" y="1554480"/>
                </a:lnTo>
                <a:lnTo>
                  <a:pt x="3399817" y="1548372"/>
                </a:lnTo>
                <a:lnTo>
                  <a:pt x="3424523" y="1531715"/>
                </a:lnTo>
                <a:lnTo>
                  <a:pt x="3441180" y="1507009"/>
                </a:lnTo>
                <a:lnTo>
                  <a:pt x="3447288" y="1476756"/>
                </a:lnTo>
                <a:lnTo>
                  <a:pt x="3447288" y="77724"/>
                </a:lnTo>
                <a:lnTo>
                  <a:pt x="3441180" y="47470"/>
                </a:lnTo>
                <a:lnTo>
                  <a:pt x="3424523" y="22764"/>
                </a:lnTo>
                <a:lnTo>
                  <a:pt x="3399817" y="6107"/>
                </a:lnTo>
                <a:lnTo>
                  <a:pt x="3369564" y="0"/>
                </a:lnTo>
                <a:close/>
              </a:path>
            </a:pathLst>
          </a:custGeom>
          <a:solidFill>
            <a:srgbClr val="E8ED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564126" y="1486437"/>
            <a:ext cx="2408555" cy="114300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385"/>
              </a:spcBef>
            </a:pPr>
            <a:r>
              <a:rPr dirty="0" sz="2250" b="1">
                <a:solidFill>
                  <a:srgbClr val="1F4E9E"/>
                </a:solidFill>
                <a:latin typeface="Calibri"/>
                <a:cs typeface="Calibri"/>
              </a:rPr>
              <a:t>2.</a:t>
            </a:r>
            <a:r>
              <a:rPr dirty="0" sz="2250" spc="-45" b="1">
                <a:solidFill>
                  <a:srgbClr val="1F4E9E"/>
                </a:solidFill>
                <a:latin typeface="Calibri"/>
                <a:cs typeface="Calibri"/>
              </a:rPr>
              <a:t> </a:t>
            </a:r>
            <a:r>
              <a:rPr dirty="0" sz="2250" b="1">
                <a:solidFill>
                  <a:srgbClr val="1F4E9E"/>
                </a:solidFill>
                <a:latin typeface="Calibri"/>
                <a:cs typeface="Calibri"/>
              </a:rPr>
              <a:t>Human</a:t>
            </a:r>
            <a:r>
              <a:rPr dirty="0" sz="2250" spc="-25" b="1">
                <a:solidFill>
                  <a:srgbClr val="1F4E9E"/>
                </a:solidFill>
                <a:latin typeface="Calibri"/>
                <a:cs typeface="Calibri"/>
              </a:rPr>
              <a:t> </a:t>
            </a:r>
            <a:r>
              <a:rPr dirty="0" sz="2250" spc="-10" b="1">
                <a:solidFill>
                  <a:srgbClr val="1F4E9E"/>
                </a:solidFill>
                <a:latin typeface="Calibri"/>
                <a:cs typeface="Calibri"/>
              </a:rPr>
              <a:t>Errors </a:t>
            </a: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Manual</a:t>
            </a:r>
            <a:r>
              <a:rPr dirty="0" sz="2100" spc="-7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records</a:t>
            </a:r>
            <a:r>
              <a:rPr dirty="0" sz="210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252525"/>
                </a:solidFill>
                <a:latin typeface="Calibri"/>
                <a:cs typeface="Calibri"/>
              </a:rPr>
              <a:t>cause mistakes.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223759" y="1527047"/>
            <a:ext cx="411480" cy="411480"/>
            <a:chOff x="7223759" y="1527047"/>
            <a:chExt cx="411480" cy="411480"/>
          </a:xfrm>
        </p:grpSpPr>
        <p:sp>
          <p:nvSpPr>
            <p:cNvPr id="14" name="object 14"/>
            <p:cNvSpPr/>
            <p:nvPr/>
          </p:nvSpPr>
          <p:spPr>
            <a:xfrm>
              <a:off x="7223759" y="1527047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79" h="411480">
                  <a:moveTo>
                    <a:pt x="205740" y="0"/>
                  </a:move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39"/>
                  </a:lnTo>
                  <a:lnTo>
                    <a:pt x="5431" y="252926"/>
                  </a:lnTo>
                  <a:lnTo>
                    <a:pt x="20905" y="296235"/>
                  </a:lnTo>
                  <a:lnTo>
                    <a:pt x="45186" y="334435"/>
                  </a:lnTo>
                  <a:lnTo>
                    <a:pt x="77044" y="366293"/>
                  </a:lnTo>
                  <a:lnTo>
                    <a:pt x="115244" y="390574"/>
                  </a:lnTo>
                  <a:lnTo>
                    <a:pt x="158553" y="406048"/>
                  </a:lnTo>
                  <a:lnTo>
                    <a:pt x="205740" y="411479"/>
                  </a:lnTo>
                  <a:lnTo>
                    <a:pt x="252926" y="406048"/>
                  </a:lnTo>
                  <a:lnTo>
                    <a:pt x="296235" y="390574"/>
                  </a:lnTo>
                  <a:lnTo>
                    <a:pt x="334435" y="366293"/>
                  </a:lnTo>
                  <a:lnTo>
                    <a:pt x="366293" y="334435"/>
                  </a:lnTo>
                  <a:lnTo>
                    <a:pt x="390574" y="296235"/>
                  </a:lnTo>
                  <a:lnTo>
                    <a:pt x="406048" y="252926"/>
                  </a:lnTo>
                  <a:lnTo>
                    <a:pt x="411480" y="205739"/>
                  </a:lnTo>
                  <a:lnTo>
                    <a:pt x="406048" y="158553"/>
                  </a:lnTo>
                  <a:lnTo>
                    <a:pt x="390574" y="115244"/>
                  </a:lnTo>
                  <a:lnTo>
                    <a:pt x="366293" y="77044"/>
                  </a:lnTo>
                  <a:lnTo>
                    <a:pt x="334435" y="45186"/>
                  </a:lnTo>
                  <a:lnTo>
                    <a:pt x="296235" y="20905"/>
                  </a:lnTo>
                  <a:lnTo>
                    <a:pt x="252926" y="5431"/>
                  </a:lnTo>
                  <a:lnTo>
                    <a:pt x="205740" y="0"/>
                  </a:lnTo>
                  <a:close/>
                </a:path>
              </a:pathLst>
            </a:custGeom>
            <a:solidFill>
              <a:srgbClr val="1F4E9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exclamation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26629" y="1643945"/>
              <a:ext cx="205740" cy="182360"/>
            </a:xfrm>
            <a:prstGeom prst="rect">
              <a:avLst/>
            </a:prstGeom>
          </p:spPr>
        </p:pic>
      </p:grpSp>
      <p:sp>
        <p:nvSpPr>
          <p:cNvPr id="16" name="object 16"/>
          <p:cNvSpPr/>
          <p:nvPr/>
        </p:nvSpPr>
        <p:spPr>
          <a:xfrm>
            <a:off x="8010143" y="1417319"/>
            <a:ext cx="3447415" cy="1554480"/>
          </a:xfrm>
          <a:custGeom>
            <a:avLst/>
            <a:gdLst/>
            <a:ahLst/>
            <a:cxnLst/>
            <a:rect l="l" t="t" r="r" b="b"/>
            <a:pathLst>
              <a:path w="3447415" h="1554480">
                <a:moveTo>
                  <a:pt x="3369564" y="0"/>
                </a:moveTo>
                <a:lnTo>
                  <a:pt x="77724" y="0"/>
                </a:lnTo>
                <a:lnTo>
                  <a:pt x="47470" y="6107"/>
                </a:lnTo>
                <a:lnTo>
                  <a:pt x="22764" y="22764"/>
                </a:lnTo>
                <a:lnTo>
                  <a:pt x="6107" y="47470"/>
                </a:lnTo>
                <a:lnTo>
                  <a:pt x="0" y="77724"/>
                </a:lnTo>
                <a:lnTo>
                  <a:pt x="0" y="1476756"/>
                </a:lnTo>
                <a:lnTo>
                  <a:pt x="6107" y="1507009"/>
                </a:lnTo>
                <a:lnTo>
                  <a:pt x="22764" y="1531715"/>
                </a:lnTo>
                <a:lnTo>
                  <a:pt x="47470" y="1548372"/>
                </a:lnTo>
                <a:lnTo>
                  <a:pt x="77724" y="1554480"/>
                </a:lnTo>
                <a:lnTo>
                  <a:pt x="3369564" y="1554480"/>
                </a:lnTo>
                <a:lnTo>
                  <a:pt x="3399817" y="1548372"/>
                </a:lnTo>
                <a:lnTo>
                  <a:pt x="3424523" y="1531715"/>
                </a:lnTo>
                <a:lnTo>
                  <a:pt x="3441180" y="1507009"/>
                </a:lnTo>
                <a:lnTo>
                  <a:pt x="3447288" y="1476756"/>
                </a:lnTo>
                <a:lnTo>
                  <a:pt x="3447288" y="77724"/>
                </a:lnTo>
                <a:lnTo>
                  <a:pt x="3441180" y="47470"/>
                </a:lnTo>
                <a:lnTo>
                  <a:pt x="3424523" y="22764"/>
                </a:lnTo>
                <a:lnTo>
                  <a:pt x="3399817" y="6107"/>
                </a:lnTo>
                <a:lnTo>
                  <a:pt x="3369564" y="0"/>
                </a:lnTo>
                <a:close/>
              </a:path>
            </a:pathLst>
          </a:custGeom>
          <a:solidFill>
            <a:srgbClr val="E6F5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203692" y="1486437"/>
            <a:ext cx="2769235" cy="114300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385"/>
              </a:spcBef>
            </a:pPr>
            <a:r>
              <a:rPr dirty="0" sz="2250" b="1">
                <a:solidFill>
                  <a:srgbClr val="0F8F79"/>
                </a:solidFill>
                <a:latin typeface="Calibri"/>
                <a:cs typeface="Calibri"/>
              </a:rPr>
              <a:t>3.</a:t>
            </a:r>
            <a:r>
              <a:rPr dirty="0" sz="2250" spc="-35" b="1">
                <a:solidFill>
                  <a:srgbClr val="0F8F79"/>
                </a:solidFill>
                <a:latin typeface="Calibri"/>
                <a:cs typeface="Calibri"/>
              </a:rPr>
              <a:t> </a:t>
            </a:r>
            <a:r>
              <a:rPr dirty="0" sz="2250" b="1">
                <a:solidFill>
                  <a:srgbClr val="0F8F79"/>
                </a:solidFill>
                <a:latin typeface="Calibri"/>
                <a:cs typeface="Calibri"/>
              </a:rPr>
              <a:t>Proxy</a:t>
            </a:r>
            <a:r>
              <a:rPr dirty="0" sz="2250" spc="-25" b="1">
                <a:solidFill>
                  <a:srgbClr val="0F8F79"/>
                </a:solidFill>
                <a:latin typeface="Calibri"/>
                <a:cs typeface="Calibri"/>
              </a:rPr>
              <a:t> </a:t>
            </a:r>
            <a:r>
              <a:rPr dirty="0" sz="2250" spc="-10" b="1">
                <a:solidFill>
                  <a:srgbClr val="0F8F79"/>
                </a:solidFill>
                <a:latin typeface="Calibri"/>
                <a:cs typeface="Calibri"/>
              </a:rPr>
              <a:t>Attendance </a:t>
            </a: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Students</a:t>
            </a:r>
            <a:r>
              <a:rPr dirty="0" sz="210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mark</a:t>
            </a:r>
            <a:r>
              <a:rPr dirty="0" sz="210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for</a:t>
            </a:r>
            <a:r>
              <a:rPr dirty="0" sz="210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252525"/>
                </a:solidFill>
                <a:latin typeface="Calibri"/>
                <a:cs typeface="Calibri"/>
              </a:rPr>
              <a:t>absent friends.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0863071" y="1527047"/>
            <a:ext cx="411480" cy="411480"/>
            <a:chOff x="10863071" y="1527047"/>
            <a:chExt cx="411480" cy="411480"/>
          </a:xfrm>
        </p:grpSpPr>
        <p:sp>
          <p:nvSpPr>
            <p:cNvPr id="19" name="object 19"/>
            <p:cNvSpPr/>
            <p:nvPr/>
          </p:nvSpPr>
          <p:spPr>
            <a:xfrm>
              <a:off x="10863071" y="1527047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79" h="411480">
                  <a:moveTo>
                    <a:pt x="205740" y="0"/>
                  </a:move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39"/>
                  </a:lnTo>
                  <a:lnTo>
                    <a:pt x="5431" y="252926"/>
                  </a:lnTo>
                  <a:lnTo>
                    <a:pt x="20905" y="296235"/>
                  </a:lnTo>
                  <a:lnTo>
                    <a:pt x="45186" y="334435"/>
                  </a:lnTo>
                  <a:lnTo>
                    <a:pt x="77044" y="366293"/>
                  </a:lnTo>
                  <a:lnTo>
                    <a:pt x="115244" y="390574"/>
                  </a:lnTo>
                  <a:lnTo>
                    <a:pt x="158553" y="406048"/>
                  </a:lnTo>
                  <a:lnTo>
                    <a:pt x="205740" y="411479"/>
                  </a:lnTo>
                  <a:lnTo>
                    <a:pt x="252926" y="406048"/>
                  </a:lnTo>
                  <a:lnTo>
                    <a:pt x="296235" y="390574"/>
                  </a:lnTo>
                  <a:lnTo>
                    <a:pt x="334435" y="366293"/>
                  </a:lnTo>
                  <a:lnTo>
                    <a:pt x="366293" y="334435"/>
                  </a:lnTo>
                  <a:lnTo>
                    <a:pt x="390574" y="296235"/>
                  </a:lnTo>
                  <a:lnTo>
                    <a:pt x="406048" y="252926"/>
                  </a:lnTo>
                  <a:lnTo>
                    <a:pt x="411480" y="205739"/>
                  </a:lnTo>
                  <a:lnTo>
                    <a:pt x="406048" y="158553"/>
                  </a:lnTo>
                  <a:lnTo>
                    <a:pt x="390574" y="115244"/>
                  </a:lnTo>
                  <a:lnTo>
                    <a:pt x="366293" y="77044"/>
                  </a:lnTo>
                  <a:lnTo>
                    <a:pt x="334435" y="45186"/>
                  </a:lnTo>
                  <a:lnTo>
                    <a:pt x="296235" y="20905"/>
                  </a:lnTo>
                  <a:lnTo>
                    <a:pt x="252926" y="5431"/>
                  </a:lnTo>
                  <a:lnTo>
                    <a:pt x="205740" y="0"/>
                  </a:lnTo>
                  <a:close/>
                </a:path>
              </a:pathLst>
            </a:custGeom>
            <a:solidFill>
              <a:srgbClr val="0F8F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usersecret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79969" y="1629917"/>
              <a:ext cx="182360" cy="205739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731519" y="3108960"/>
            <a:ext cx="3447415" cy="1554480"/>
          </a:xfrm>
          <a:custGeom>
            <a:avLst/>
            <a:gdLst/>
            <a:ahLst/>
            <a:cxnLst/>
            <a:rect l="l" t="t" r="r" b="b"/>
            <a:pathLst>
              <a:path w="3447415" h="1554479">
                <a:moveTo>
                  <a:pt x="3369564" y="0"/>
                </a:moveTo>
                <a:lnTo>
                  <a:pt x="77724" y="0"/>
                </a:lnTo>
                <a:lnTo>
                  <a:pt x="47470" y="6107"/>
                </a:lnTo>
                <a:lnTo>
                  <a:pt x="22764" y="22764"/>
                </a:lnTo>
                <a:lnTo>
                  <a:pt x="6107" y="47470"/>
                </a:lnTo>
                <a:lnTo>
                  <a:pt x="0" y="77724"/>
                </a:lnTo>
                <a:lnTo>
                  <a:pt x="0" y="1476756"/>
                </a:lnTo>
                <a:lnTo>
                  <a:pt x="6107" y="1507009"/>
                </a:lnTo>
                <a:lnTo>
                  <a:pt x="22764" y="1531715"/>
                </a:lnTo>
                <a:lnTo>
                  <a:pt x="47470" y="1548372"/>
                </a:lnTo>
                <a:lnTo>
                  <a:pt x="77724" y="1554480"/>
                </a:lnTo>
                <a:lnTo>
                  <a:pt x="3369564" y="1554480"/>
                </a:lnTo>
                <a:lnTo>
                  <a:pt x="3399817" y="1548372"/>
                </a:lnTo>
                <a:lnTo>
                  <a:pt x="3424523" y="1531715"/>
                </a:lnTo>
                <a:lnTo>
                  <a:pt x="3441180" y="1507009"/>
                </a:lnTo>
                <a:lnTo>
                  <a:pt x="3447288" y="1476756"/>
                </a:lnTo>
                <a:lnTo>
                  <a:pt x="3447288" y="77724"/>
                </a:lnTo>
                <a:lnTo>
                  <a:pt x="3441180" y="47470"/>
                </a:lnTo>
                <a:lnTo>
                  <a:pt x="3424523" y="22764"/>
                </a:lnTo>
                <a:lnTo>
                  <a:pt x="3399817" y="6107"/>
                </a:lnTo>
                <a:lnTo>
                  <a:pt x="3369564" y="0"/>
                </a:lnTo>
                <a:close/>
              </a:path>
            </a:pathLst>
          </a:custGeom>
          <a:solidFill>
            <a:srgbClr val="FFF3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924560" y="3177993"/>
            <a:ext cx="2998470" cy="114300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2250" b="1">
                <a:solidFill>
                  <a:srgbClr val="C67700"/>
                </a:solidFill>
                <a:latin typeface="Calibri"/>
                <a:cs typeface="Calibri"/>
              </a:rPr>
              <a:t>4.</a:t>
            </a:r>
            <a:r>
              <a:rPr dirty="0" sz="2250" spc="-15" b="1">
                <a:solidFill>
                  <a:srgbClr val="C67700"/>
                </a:solidFill>
                <a:latin typeface="Calibri"/>
                <a:cs typeface="Calibri"/>
              </a:rPr>
              <a:t> </a:t>
            </a:r>
            <a:r>
              <a:rPr dirty="0" sz="2250" b="1">
                <a:solidFill>
                  <a:srgbClr val="C67700"/>
                </a:solidFill>
                <a:latin typeface="Calibri"/>
                <a:cs typeface="Calibri"/>
              </a:rPr>
              <a:t>Late</a:t>
            </a:r>
            <a:r>
              <a:rPr dirty="0" sz="2250" spc="-15" b="1">
                <a:solidFill>
                  <a:srgbClr val="C67700"/>
                </a:solidFill>
                <a:latin typeface="Calibri"/>
                <a:cs typeface="Calibri"/>
              </a:rPr>
              <a:t> </a:t>
            </a:r>
            <a:r>
              <a:rPr dirty="0" sz="2250" spc="-10" b="1">
                <a:solidFill>
                  <a:srgbClr val="C67700"/>
                </a:solidFill>
                <a:latin typeface="Calibri"/>
                <a:cs typeface="Calibri"/>
              </a:rPr>
              <a:t>Updates</a:t>
            </a:r>
            <a:endParaRPr sz="22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09"/>
              </a:spcBef>
            </a:pP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Students</a:t>
            </a:r>
            <a:r>
              <a:rPr dirty="0" sz="2100" spc="-5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learn</a:t>
            </a:r>
            <a:r>
              <a:rPr dirty="0" sz="210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of</a:t>
            </a:r>
            <a:r>
              <a:rPr dirty="0" sz="210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252525"/>
                </a:solidFill>
                <a:latin typeface="Calibri"/>
                <a:cs typeface="Calibri"/>
              </a:rPr>
              <a:t>shortages </a:t>
            </a: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too</a:t>
            </a:r>
            <a:r>
              <a:rPr dirty="0" sz="210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252525"/>
                </a:solidFill>
                <a:latin typeface="Calibri"/>
                <a:cs typeface="Calibri"/>
              </a:rPr>
              <a:t>late.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584447" y="3218688"/>
            <a:ext cx="411480" cy="411480"/>
            <a:chOff x="3584447" y="3218688"/>
            <a:chExt cx="411480" cy="411480"/>
          </a:xfrm>
        </p:grpSpPr>
        <p:sp>
          <p:nvSpPr>
            <p:cNvPr id="24" name="object 24"/>
            <p:cNvSpPr/>
            <p:nvPr/>
          </p:nvSpPr>
          <p:spPr>
            <a:xfrm>
              <a:off x="3584447" y="3218688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79" h="411479">
                  <a:moveTo>
                    <a:pt x="205740" y="0"/>
                  </a:move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39"/>
                  </a:lnTo>
                  <a:lnTo>
                    <a:pt x="5431" y="252926"/>
                  </a:lnTo>
                  <a:lnTo>
                    <a:pt x="20905" y="296235"/>
                  </a:lnTo>
                  <a:lnTo>
                    <a:pt x="45186" y="334435"/>
                  </a:lnTo>
                  <a:lnTo>
                    <a:pt x="77044" y="366293"/>
                  </a:lnTo>
                  <a:lnTo>
                    <a:pt x="115244" y="390574"/>
                  </a:lnTo>
                  <a:lnTo>
                    <a:pt x="158553" y="406048"/>
                  </a:lnTo>
                  <a:lnTo>
                    <a:pt x="205740" y="411479"/>
                  </a:lnTo>
                  <a:lnTo>
                    <a:pt x="252926" y="406048"/>
                  </a:lnTo>
                  <a:lnTo>
                    <a:pt x="296235" y="390574"/>
                  </a:lnTo>
                  <a:lnTo>
                    <a:pt x="334435" y="366293"/>
                  </a:lnTo>
                  <a:lnTo>
                    <a:pt x="366293" y="334435"/>
                  </a:lnTo>
                  <a:lnTo>
                    <a:pt x="390574" y="296235"/>
                  </a:lnTo>
                  <a:lnTo>
                    <a:pt x="406048" y="252926"/>
                  </a:lnTo>
                  <a:lnTo>
                    <a:pt x="411480" y="205739"/>
                  </a:lnTo>
                  <a:lnTo>
                    <a:pt x="406048" y="158553"/>
                  </a:lnTo>
                  <a:lnTo>
                    <a:pt x="390574" y="115244"/>
                  </a:lnTo>
                  <a:lnTo>
                    <a:pt x="366293" y="77044"/>
                  </a:lnTo>
                  <a:lnTo>
                    <a:pt x="334435" y="45186"/>
                  </a:lnTo>
                  <a:lnTo>
                    <a:pt x="296235" y="20905"/>
                  </a:lnTo>
                  <a:lnTo>
                    <a:pt x="252926" y="5431"/>
                  </a:lnTo>
                  <a:lnTo>
                    <a:pt x="205740" y="0"/>
                  </a:lnTo>
                  <a:close/>
                </a:path>
              </a:pathLst>
            </a:custGeom>
            <a:solidFill>
              <a:srgbClr val="C677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bell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01187" y="3321558"/>
              <a:ext cx="180311" cy="205739"/>
            </a:xfrm>
            <a:prstGeom prst="rect">
              <a:avLst/>
            </a:prstGeom>
          </p:spPr>
        </p:pic>
      </p:grpSp>
      <p:sp>
        <p:nvSpPr>
          <p:cNvPr id="26" name="object 26"/>
          <p:cNvSpPr/>
          <p:nvPr/>
        </p:nvSpPr>
        <p:spPr>
          <a:xfrm>
            <a:off x="4370832" y="3108960"/>
            <a:ext cx="3447415" cy="1554480"/>
          </a:xfrm>
          <a:custGeom>
            <a:avLst/>
            <a:gdLst/>
            <a:ahLst/>
            <a:cxnLst/>
            <a:rect l="l" t="t" r="r" b="b"/>
            <a:pathLst>
              <a:path w="3447415" h="1554479">
                <a:moveTo>
                  <a:pt x="3369564" y="0"/>
                </a:moveTo>
                <a:lnTo>
                  <a:pt x="77724" y="0"/>
                </a:lnTo>
                <a:lnTo>
                  <a:pt x="47470" y="6107"/>
                </a:lnTo>
                <a:lnTo>
                  <a:pt x="22764" y="22764"/>
                </a:lnTo>
                <a:lnTo>
                  <a:pt x="6107" y="47470"/>
                </a:lnTo>
                <a:lnTo>
                  <a:pt x="0" y="77724"/>
                </a:lnTo>
                <a:lnTo>
                  <a:pt x="0" y="1476756"/>
                </a:lnTo>
                <a:lnTo>
                  <a:pt x="6107" y="1507009"/>
                </a:lnTo>
                <a:lnTo>
                  <a:pt x="22764" y="1531715"/>
                </a:lnTo>
                <a:lnTo>
                  <a:pt x="47470" y="1548372"/>
                </a:lnTo>
                <a:lnTo>
                  <a:pt x="77724" y="1554480"/>
                </a:lnTo>
                <a:lnTo>
                  <a:pt x="3369564" y="1554480"/>
                </a:lnTo>
                <a:lnTo>
                  <a:pt x="3399817" y="1548372"/>
                </a:lnTo>
                <a:lnTo>
                  <a:pt x="3424523" y="1531715"/>
                </a:lnTo>
                <a:lnTo>
                  <a:pt x="3441180" y="1507009"/>
                </a:lnTo>
                <a:lnTo>
                  <a:pt x="3447288" y="1476756"/>
                </a:lnTo>
                <a:lnTo>
                  <a:pt x="3447288" y="77724"/>
                </a:lnTo>
                <a:lnTo>
                  <a:pt x="3441180" y="47470"/>
                </a:lnTo>
                <a:lnTo>
                  <a:pt x="3424523" y="22764"/>
                </a:lnTo>
                <a:lnTo>
                  <a:pt x="3399817" y="6107"/>
                </a:lnTo>
                <a:lnTo>
                  <a:pt x="3369564" y="0"/>
                </a:lnTo>
                <a:close/>
              </a:path>
            </a:pathLst>
          </a:custGeom>
          <a:solidFill>
            <a:srgbClr val="FC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564126" y="3177993"/>
            <a:ext cx="2934335" cy="114300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390"/>
              </a:spcBef>
            </a:pPr>
            <a:r>
              <a:rPr dirty="0" sz="2250" b="1">
                <a:solidFill>
                  <a:srgbClr val="C00000"/>
                </a:solidFill>
                <a:latin typeface="Calibri"/>
                <a:cs typeface="Calibri"/>
              </a:rPr>
              <a:t>5.</a:t>
            </a:r>
            <a:r>
              <a:rPr dirty="0" sz="225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50" b="1">
                <a:solidFill>
                  <a:srgbClr val="C00000"/>
                </a:solidFill>
                <a:latin typeface="Calibri"/>
                <a:cs typeface="Calibri"/>
              </a:rPr>
              <a:t>Manual</a:t>
            </a:r>
            <a:r>
              <a:rPr dirty="0" sz="225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50" spc="-10" b="1">
                <a:solidFill>
                  <a:srgbClr val="C00000"/>
                </a:solidFill>
                <a:latin typeface="Calibri"/>
                <a:cs typeface="Calibri"/>
              </a:rPr>
              <a:t>Reports </a:t>
            </a:r>
            <a:r>
              <a:rPr dirty="0" sz="2100" spc="-10">
                <a:solidFill>
                  <a:srgbClr val="252525"/>
                </a:solidFill>
                <a:latin typeface="Calibri"/>
                <a:cs typeface="Calibri"/>
              </a:rPr>
              <a:t>Percentages</a:t>
            </a:r>
            <a:r>
              <a:rPr dirty="0" sz="210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are</a:t>
            </a:r>
            <a:r>
              <a:rPr dirty="0" sz="210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252525"/>
                </a:solidFill>
                <a:latin typeface="Calibri"/>
                <a:cs typeface="Calibri"/>
              </a:rPr>
              <a:t>calculated </a:t>
            </a: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by </a:t>
            </a:r>
            <a:r>
              <a:rPr dirty="0" sz="2100" spc="-10">
                <a:solidFill>
                  <a:srgbClr val="252525"/>
                </a:solidFill>
                <a:latin typeface="Calibri"/>
                <a:cs typeface="Calibri"/>
              </a:rPr>
              <a:t>hand.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223759" y="3218688"/>
            <a:ext cx="411480" cy="411480"/>
            <a:chOff x="7223759" y="3218688"/>
            <a:chExt cx="411480" cy="411480"/>
          </a:xfrm>
        </p:grpSpPr>
        <p:sp>
          <p:nvSpPr>
            <p:cNvPr id="29" name="object 29"/>
            <p:cNvSpPr/>
            <p:nvPr/>
          </p:nvSpPr>
          <p:spPr>
            <a:xfrm>
              <a:off x="7223759" y="3218688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79" h="411479">
                  <a:moveTo>
                    <a:pt x="205740" y="0"/>
                  </a:move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39"/>
                  </a:lnTo>
                  <a:lnTo>
                    <a:pt x="5431" y="252926"/>
                  </a:lnTo>
                  <a:lnTo>
                    <a:pt x="20905" y="296235"/>
                  </a:lnTo>
                  <a:lnTo>
                    <a:pt x="45186" y="334435"/>
                  </a:lnTo>
                  <a:lnTo>
                    <a:pt x="77044" y="366293"/>
                  </a:lnTo>
                  <a:lnTo>
                    <a:pt x="115244" y="390574"/>
                  </a:lnTo>
                  <a:lnTo>
                    <a:pt x="158553" y="406048"/>
                  </a:lnTo>
                  <a:lnTo>
                    <a:pt x="205740" y="411479"/>
                  </a:lnTo>
                  <a:lnTo>
                    <a:pt x="252926" y="406048"/>
                  </a:lnTo>
                  <a:lnTo>
                    <a:pt x="296235" y="390574"/>
                  </a:lnTo>
                  <a:lnTo>
                    <a:pt x="334435" y="366293"/>
                  </a:lnTo>
                  <a:lnTo>
                    <a:pt x="366293" y="334435"/>
                  </a:lnTo>
                  <a:lnTo>
                    <a:pt x="390574" y="296235"/>
                  </a:lnTo>
                  <a:lnTo>
                    <a:pt x="406048" y="252926"/>
                  </a:lnTo>
                  <a:lnTo>
                    <a:pt x="411480" y="205739"/>
                  </a:lnTo>
                  <a:lnTo>
                    <a:pt x="406048" y="158553"/>
                  </a:lnTo>
                  <a:lnTo>
                    <a:pt x="390574" y="115244"/>
                  </a:lnTo>
                  <a:lnTo>
                    <a:pt x="366293" y="77044"/>
                  </a:lnTo>
                  <a:lnTo>
                    <a:pt x="334435" y="45186"/>
                  </a:lnTo>
                  <a:lnTo>
                    <a:pt x="296235" y="20905"/>
                  </a:lnTo>
                  <a:lnTo>
                    <a:pt x="252926" y="5431"/>
                  </a:lnTo>
                  <a:lnTo>
                    <a:pt x="20574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file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54685" y="3321558"/>
              <a:ext cx="154304" cy="205739"/>
            </a:xfrm>
            <a:prstGeom prst="rect">
              <a:avLst/>
            </a:prstGeom>
          </p:spPr>
        </p:pic>
      </p:grpSp>
      <p:sp>
        <p:nvSpPr>
          <p:cNvPr id="31" name="object 31"/>
          <p:cNvSpPr/>
          <p:nvPr/>
        </p:nvSpPr>
        <p:spPr>
          <a:xfrm>
            <a:off x="8010143" y="3108960"/>
            <a:ext cx="3447415" cy="1554480"/>
          </a:xfrm>
          <a:custGeom>
            <a:avLst/>
            <a:gdLst/>
            <a:ahLst/>
            <a:cxnLst/>
            <a:rect l="l" t="t" r="r" b="b"/>
            <a:pathLst>
              <a:path w="3447415" h="1554479">
                <a:moveTo>
                  <a:pt x="3369564" y="0"/>
                </a:moveTo>
                <a:lnTo>
                  <a:pt x="77724" y="0"/>
                </a:lnTo>
                <a:lnTo>
                  <a:pt x="47470" y="6107"/>
                </a:lnTo>
                <a:lnTo>
                  <a:pt x="22764" y="22764"/>
                </a:lnTo>
                <a:lnTo>
                  <a:pt x="6107" y="47470"/>
                </a:lnTo>
                <a:lnTo>
                  <a:pt x="0" y="77724"/>
                </a:lnTo>
                <a:lnTo>
                  <a:pt x="0" y="1476756"/>
                </a:lnTo>
                <a:lnTo>
                  <a:pt x="6107" y="1507009"/>
                </a:lnTo>
                <a:lnTo>
                  <a:pt x="22764" y="1531715"/>
                </a:lnTo>
                <a:lnTo>
                  <a:pt x="47470" y="1548372"/>
                </a:lnTo>
                <a:lnTo>
                  <a:pt x="77724" y="1554480"/>
                </a:lnTo>
                <a:lnTo>
                  <a:pt x="3369564" y="1554480"/>
                </a:lnTo>
                <a:lnTo>
                  <a:pt x="3399817" y="1548372"/>
                </a:lnTo>
                <a:lnTo>
                  <a:pt x="3424523" y="1531715"/>
                </a:lnTo>
                <a:lnTo>
                  <a:pt x="3441180" y="1507009"/>
                </a:lnTo>
                <a:lnTo>
                  <a:pt x="3447288" y="1476756"/>
                </a:lnTo>
                <a:lnTo>
                  <a:pt x="3447288" y="77724"/>
                </a:lnTo>
                <a:lnTo>
                  <a:pt x="3441180" y="47470"/>
                </a:lnTo>
                <a:lnTo>
                  <a:pt x="3424523" y="22764"/>
                </a:lnTo>
                <a:lnTo>
                  <a:pt x="3399817" y="6107"/>
                </a:lnTo>
                <a:lnTo>
                  <a:pt x="3369564" y="0"/>
                </a:lnTo>
                <a:close/>
              </a:path>
            </a:pathLst>
          </a:custGeom>
          <a:solidFill>
            <a:srgbClr val="E8ED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8203692" y="3177993"/>
            <a:ext cx="2882900" cy="114300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390"/>
              </a:spcBef>
            </a:pPr>
            <a:r>
              <a:rPr dirty="0" sz="2250" b="1">
                <a:solidFill>
                  <a:srgbClr val="1F4E9E"/>
                </a:solidFill>
                <a:latin typeface="Calibri"/>
                <a:cs typeface="Calibri"/>
              </a:rPr>
              <a:t>6.</a:t>
            </a:r>
            <a:r>
              <a:rPr dirty="0" sz="2250" spc="-20" b="1">
                <a:solidFill>
                  <a:srgbClr val="1F4E9E"/>
                </a:solidFill>
                <a:latin typeface="Calibri"/>
                <a:cs typeface="Calibri"/>
              </a:rPr>
              <a:t> </a:t>
            </a:r>
            <a:r>
              <a:rPr dirty="0" sz="2250" b="1">
                <a:solidFill>
                  <a:srgbClr val="1F4E9E"/>
                </a:solidFill>
                <a:latin typeface="Calibri"/>
                <a:cs typeface="Calibri"/>
              </a:rPr>
              <a:t>No</a:t>
            </a:r>
            <a:r>
              <a:rPr dirty="0" sz="2250" spc="-5" b="1">
                <a:solidFill>
                  <a:srgbClr val="1F4E9E"/>
                </a:solidFill>
                <a:latin typeface="Calibri"/>
                <a:cs typeface="Calibri"/>
              </a:rPr>
              <a:t> </a:t>
            </a:r>
            <a:r>
              <a:rPr dirty="0" sz="2250" b="1">
                <a:solidFill>
                  <a:srgbClr val="1F4E9E"/>
                </a:solidFill>
                <a:latin typeface="Calibri"/>
                <a:cs typeface="Calibri"/>
              </a:rPr>
              <a:t>Early</a:t>
            </a:r>
            <a:r>
              <a:rPr dirty="0" sz="2250" spc="-10" b="1">
                <a:solidFill>
                  <a:srgbClr val="1F4E9E"/>
                </a:solidFill>
                <a:latin typeface="Calibri"/>
                <a:cs typeface="Calibri"/>
              </a:rPr>
              <a:t> Warning</a:t>
            </a:r>
            <a:r>
              <a:rPr dirty="0" sz="2250" spc="560" b="1">
                <a:solidFill>
                  <a:srgbClr val="1F4E9E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Low</a:t>
            </a:r>
            <a:r>
              <a:rPr dirty="0" sz="210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attendance</a:t>
            </a:r>
            <a:r>
              <a:rPr dirty="0" sz="2100" spc="-5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is</a:t>
            </a:r>
            <a:r>
              <a:rPr dirty="0" sz="210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252525"/>
                </a:solidFill>
                <a:latin typeface="Calibri"/>
                <a:cs typeface="Calibri"/>
              </a:rPr>
              <a:t>spotted late.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0863071" y="3218688"/>
            <a:ext cx="411480" cy="411480"/>
            <a:chOff x="10863071" y="3218688"/>
            <a:chExt cx="411480" cy="411480"/>
          </a:xfrm>
        </p:grpSpPr>
        <p:sp>
          <p:nvSpPr>
            <p:cNvPr id="34" name="object 34"/>
            <p:cNvSpPr/>
            <p:nvPr/>
          </p:nvSpPr>
          <p:spPr>
            <a:xfrm>
              <a:off x="10863071" y="3218688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79" h="411479">
                  <a:moveTo>
                    <a:pt x="205740" y="0"/>
                  </a:move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39"/>
                  </a:lnTo>
                  <a:lnTo>
                    <a:pt x="5431" y="252926"/>
                  </a:lnTo>
                  <a:lnTo>
                    <a:pt x="20905" y="296235"/>
                  </a:lnTo>
                  <a:lnTo>
                    <a:pt x="45186" y="334435"/>
                  </a:lnTo>
                  <a:lnTo>
                    <a:pt x="77044" y="366293"/>
                  </a:lnTo>
                  <a:lnTo>
                    <a:pt x="115244" y="390574"/>
                  </a:lnTo>
                  <a:lnTo>
                    <a:pt x="158553" y="406048"/>
                  </a:lnTo>
                  <a:lnTo>
                    <a:pt x="205740" y="411479"/>
                  </a:lnTo>
                  <a:lnTo>
                    <a:pt x="252926" y="406048"/>
                  </a:lnTo>
                  <a:lnTo>
                    <a:pt x="296235" y="390574"/>
                  </a:lnTo>
                  <a:lnTo>
                    <a:pt x="334435" y="366293"/>
                  </a:lnTo>
                  <a:lnTo>
                    <a:pt x="366293" y="334435"/>
                  </a:lnTo>
                  <a:lnTo>
                    <a:pt x="390574" y="296235"/>
                  </a:lnTo>
                  <a:lnTo>
                    <a:pt x="406048" y="252926"/>
                  </a:lnTo>
                  <a:lnTo>
                    <a:pt x="411480" y="205739"/>
                  </a:lnTo>
                  <a:lnTo>
                    <a:pt x="406048" y="158553"/>
                  </a:lnTo>
                  <a:lnTo>
                    <a:pt x="390574" y="115244"/>
                  </a:lnTo>
                  <a:lnTo>
                    <a:pt x="366293" y="77044"/>
                  </a:lnTo>
                  <a:lnTo>
                    <a:pt x="334435" y="45186"/>
                  </a:lnTo>
                  <a:lnTo>
                    <a:pt x="296235" y="20905"/>
                  </a:lnTo>
                  <a:lnTo>
                    <a:pt x="252926" y="5431"/>
                  </a:lnTo>
                  <a:lnTo>
                    <a:pt x="205740" y="0"/>
                  </a:lnTo>
                  <a:close/>
                </a:path>
              </a:pathLst>
            </a:custGeom>
            <a:solidFill>
              <a:srgbClr val="1F4E9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chartline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965941" y="3349613"/>
              <a:ext cx="205740" cy="154305"/>
            </a:xfrm>
            <a:prstGeom prst="rect">
              <a:avLst/>
            </a:prstGeom>
          </p:spPr>
        </p:pic>
      </p:grpSp>
      <p:sp>
        <p:nvSpPr>
          <p:cNvPr id="36" name="object 36"/>
          <p:cNvSpPr/>
          <p:nvPr/>
        </p:nvSpPr>
        <p:spPr>
          <a:xfrm>
            <a:off x="731519" y="4846320"/>
            <a:ext cx="10726420" cy="1188720"/>
          </a:xfrm>
          <a:custGeom>
            <a:avLst/>
            <a:gdLst/>
            <a:ahLst/>
            <a:cxnLst/>
            <a:rect l="l" t="t" r="r" b="b"/>
            <a:pathLst>
              <a:path w="10726420" h="1188720">
                <a:moveTo>
                  <a:pt x="10666476" y="0"/>
                </a:moveTo>
                <a:lnTo>
                  <a:pt x="59436" y="0"/>
                </a:lnTo>
                <a:lnTo>
                  <a:pt x="36299" y="4679"/>
                </a:lnTo>
                <a:lnTo>
                  <a:pt x="17406" y="17430"/>
                </a:lnTo>
                <a:lnTo>
                  <a:pt x="4670" y="36325"/>
                </a:lnTo>
                <a:lnTo>
                  <a:pt x="0" y="59435"/>
                </a:lnTo>
                <a:lnTo>
                  <a:pt x="0" y="1129283"/>
                </a:lnTo>
                <a:lnTo>
                  <a:pt x="4670" y="1152420"/>
                </a:lnTo>
                <a:lnTo>
                  <a:pt x="17406" y="1171313"/>
                </a:lnTo>
                <a:lnTo>
                  <a:pt x="36299" y="1184049"/>
                </a:lnTo>
                <a:lnTo>
                  <a:pt x="59436" y="1188719"/>
                </a:lnTo>
                <a:lnTo>
                  <a:pt x="10666476" y="1188719"/>
                </a:lnTo>
                <a:lnTo>
                  <a:pt x="10689586" y="1184049"/>
                </a:lnTo>
                <a:lnTo>
                  <a:pt x="10708481" y="1171313"/>
                </a:lnTo>
                <a:lnTo>
                  <a:pt x="10721232" y="1152420"/>
                </a:lnTo>
                <a:lnTo>
                  <a:pt x="10725912" y="1129283"/>
                </a:lnTo>
                <a:lnTo>
                  <a:pt x="10725912" y="59435"/>
                </a:lnTo>
                <a:lnTo>
                  <a:pt x="10721232" y="36325"/>
                </a:lnTo>
                <a:lnTo>
                  <a:pt x="10708481" y="17430"/>
                </a:lnTo>
                <a:lnTo>
                  <a:pt x="10689586" y="4679"/>
                </a:lnTo>
                <a:lnTo>
                  <a:pt x="1066647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964946" y="4885181"/>
            <a:ext cx="10240645" cy="104394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2000" b="1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r>
              <a:rPr dirty="0" sz="2000" spc="-10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95"/>
              </a:spcBef>
            </a:pP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dirty="0" sz="2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21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dirty="0" sz="21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build</a:t>
            </a:r>
            <a:r>
              <a:rPr dirty="0" sz="2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1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simple,</a:t>
            </a:r>
            <a:r>
              <a:rPr dirty="0" sz="21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automated</a:t>
            </a:r>
            <a:r>
              <a:rPr dirty="0" sz="21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attendance</a:t>
            </a:r>
            <a:r>
              <a:rPr dirty="0" sz="21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2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2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saves</a:t>
            </a:r>
            <a:r>
              <a:rPr dirty="0" sz="2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time,</a:t>
            </a:r>
            <a:r>
              <a:rPr dirty="0" sz="2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reduces</a:t>
            </a:r>
            <a:r>
              <a:rPr dirty="0" sz="21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errors</a:t>
            </a:r>
            <a:r>
              <a:rPr dirty="0" sz="21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prevents</a:t>
            </a:r>
            <a:r>
              <a:rPr dirty="0" sz="21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proxy</a:t>
            </a:r>
            <a:r>
              <a:rPr dirty="0" sz="21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attendance?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095" y="6214871"/>
            <a:ext cx="12205335" cy="650240"/>
            <a:chOff x="-6095" y="6214871"/>
            <a:chExt cx="12205335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285"/>
                  </a:lnTo>
                  <a:lnTo>
                    <a:pt x="12192000" y="63728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81" y="6221348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285"/>
                  </a:moveTo>
                  <a:lnTo>
                    <a:pt x="12192000" y="63728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285"/>
                  </a:lnTo>
                  <a:close/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55"/>
              <a:t>DTIE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1126489" y="6381986"/>
            <a:ext cx="145415" cy="290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|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114"/>
              <a:t>Department</a:t>
            </a:r>
            <a:r>
              <a:rPr dirty="0" spc="-190"/>
              <a:t> </a:t>
            </a:r>
            <a:r>
              <a:rPr dirty="0" spc="-55"/>
              <a:t>of</a:t>
            </a:r>
            <a:r>
              <a:rPr dirty="0" spc="-185"/>
              <a:t> </a:t>
            </a:r>
            <a:r>
              <a:rPr dirty="0" spc="-95"/>
              <a:t>Multi</a:t>
            </a:r>
            <a:r>
              <a:rPr dirty="0" spc="-190"/>
              <a:t> </a:t>
            </a:r>
            <a:r>
              <a:rPr dirty="0" spc="-114"/>
              <a:t>Disciplinary</a:t>
            </a:r>
            <a:r>
              <a:rPr dirty="0" spc="-195"/>
              <a:t> </a:t>
            </a:r>
            <a:r>
              <a:rPr dirty="0" spc="-110"/>
              <a:t>Innovation</a:t>
            </a:r>
            <a:r>
              <a:rPr dirty="0" spc="-190"/>
              <a:t> </a:t>
            </a:r>
            <a:r>
              <a:rPr dirty="0" spc="-20"/>
              <a:t>&amp;</a:t>
            </a:r>
            <a:r>
              <a:rPr dirty="0" spc="-160"/>
              <a:t> </a:t>
            </a:r>
            <a:r>
              <a:rPr dirty="0" spc="-85"/>
              <a:t>Entrepreneurship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90"/>
              <a:t>Research</a:t>
            </a:r>
            <a:r>
              <a:rPr dirty="0" spc="-155"/>
              <a:t> </a:t>
            </a:r>
            <a:r>
              <a:rPr dirty="0"/>
              <a:t>/</a:t>
            </a:r>
            <a:r>
              <a:rPr dirty="0" spc="-145"/>
              <a:t> </a:t>
            </a:r>
            <a:r>
              <a:rPr dirty="0" spc="-80"/>
              <a:t>Facts</a:t>
            </a:r>
            <a:r>
              <a:rPr dirty="0" spc="-135"/>
              <a:t> </a:t>
            </a:r>
            <a:r>
              <a:rPr dirty="0"/>
              <a:t>/</a:t>
            </a:r>
            <a:r>
              <a:rPr dirty="0" spc="-150"/>
              <a:t> </a:t>
            </a:r>
            <a:r>
              <a:rPr dirty="0" spc="-85"/>
              <a:t>Market</a:t>
            </a:r>
            <a:r>
              <a:rPr dirty="0" spc="-140"/>
              <a:t> </a:t>
            </a:r>
            <a:r>
              <a:rPr dirty="0"/>
              <a:t>&amp;</a:t>
            </a:r>
            <a:r>
              <a:rPr dirty="0" spc="-150"/>
              <a:t> </a:t>
            </a:r>
            <a:r>
              <a:rPr dirty="0" spc="-90"/>
              <a:t>Industry</a:t>
            </a:r>
            <a:r>
              <a:rPr dirty="0" spc="-150"/>
              <a:t> </a:t>
            </a:r>
            <a:r>
              <a:rPr dirty="0" spc="-10"/>
              <a:t>Study</a:t>
            </a:r>
          </a:p>
        </p:txBody>
      </p:sp>
      <p:sp>
        <p:nvSpPr>
          <p:cNvPr id="6" name="object 6"/>
          <p:cNvSpPr/>
          <p:nvPr/>
        </p:nvSpPr>
        <p:spPr>
          <a:xfrm>
            <a:off x="731519" y="1463039"/>
            <a:ext cx="2542540" cy="2651760"/>
          </a:xfrm>
          <a:custGeom>
            <a:avLst/>
            <a:gdLst/>
            <a:ahLst/>
            <a:cxnLst/>
            <a:rect l="l" t="t" r="r" b="b"/>
            <a:pathLst>
              <a:path w="2542540" h="2651760">
                <a:moveTo>
                  <a:pt x="2414905" y="0"/>
                </a:moveTo>
                <a:lnTo>
                  <a:pt x="127101" y="0"/>
                </a:lnTo>
                <a:lnTo>
                  <a:pt x="77629" y="9987"/>
                </a:lnTo>
                <a:lnTo>
                  <a:pt x="37228" y="37226"/>
                </a:lnTo>
                <a:lnTo>
                  <a:pt x="9988" y="77634"/>
                </a:lnTo>
                <a:lnTo>
                  <a:pt x="0" y="127126"/>
                </a:lnTo>
                <a:lnTo>
                  <a:pt x="0" y="2524633"/>
                </a:lnTo>
                <a:lnTo>
                  <a:pt x="9988" y="2574125"/>
                </a:lnTo>
                <a:lnTo>
                  <a:pt x="37228" y="2614533"/>
                </a:lnTo>
                <a:lnTo>
                  <a:pt x="77629" y="2641772"/>
                </a:lnTo>
                <a:lnTo>
                  <a:pt x="127101" y="2651760"/>
                </a:lnTo>
                <a:lnTo>
                  <a:pt x="2414905" y="2651760"/>
                </a:lnTo>
                <a:lnTo>
                  <a:pt x="2464397" y="2641772"/>
                </a:lnTo>
                <a:lnTo>
                  <a:pt x="2504805" y="2614533"/>
                </a:lnTo>
                <a:lnTo>
                  <a:pt x="2532044" y="2574125"/>
                </a:lnTo>
                <a:lnTo>
                  <a:pt x="2542032" y="2524633"/>
                </a:lnTo>
                <a:lnTo>
                  <a:pt x="2542032" y="127126"/>
                </a:lnTo>
                <a:lnTo>
                  <a:pt x="2532044" y="77634"/>
                </a:lnTo>
                <a:lnTo>
                  <a:pt x="2504805" y="37226"/>
                </a:lnTo>
                <a:lnTo>
                  <a:pt x="2464397" y="9987"/>
                </a:lnTo>
                <a:lnTo>
                  <a:pt x="2414905" y="0"/>
                </a:lnTo>
                <a:close/>
              </a:path>
            </a:pathLst>
          </a:custGeom>
          <a:solidFill>
            <a:srgbClr val="FC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39038" y="1537210"/>
            <a:ext cx="1986914" cy="145097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303530" indent="-290830">
              <a:lnSpc>
                <a:spcPct val="100000"/>
              </a:lnSpc>
              <a:spcBef>
                <a:spcPts val="715"/>
              </a:spcBef>
              <a:buAutoNum type="arabicPeriod"/>
              <a:tabLst>
                <a:tab pos="303530" algn="l"/>
              </a:tabLst>
            </a:pPr>
            <a:r>
              <a:rPr dirty="0" sz="2300" spc="-10" b="1">
                <a:solidFill>
                  <a:srgbClr val="C00000"/>
                </a:solidFill>
                <a:latin typeface="Calibri"/>
                <a:cs typeface="Calibri"/>
              </a:rPr>
              <a:t>Manual</a:t>
            </a:r>
            <a:endParaRPr sz="2300">
              <a:latin typeface="Calibri"/>
              <a:cs typeface="Calibri"/>
            </a:endParaRPr>
          </a:p>
          <a:p>
            <a:pPr lvl="1" marL="194310" marR="670560" indent="-181610">
              <a:lnSpc>
                <a:spcPct val="100000"/>
              </a:lnSpc>
              <a:spcBef>
                <a:spcPts val="525"/>
              </a:spcBef>
              <a:buClr>
                <a:srgbClr val="C00000"/>
              </a:buClr>
              <a:buChar char="•"/>
              <a:tabLst>
                <a:tab pos="195580" algn="l"/>
              </a:tabLst>
            </a:pP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Roll</a:t>
            </a:r>
            <a:r>
              <a:rPr dirty="0" sz="195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calls</a:t>
            </a:r>
            <a:r>
              <a:rPr dirty="0" sz="195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25">
                <a:solidFill>
                  <a:srgbClr val="252525"/>
                </a:solidFill>
                <a:latin typeface="Calibri"/>
                <a:cs typeface="Calibri"/>
              </a:rPr>
              <a:t>in </a:t>
            </a:r>
            <a:r>
              <a:rPr dirty="0" sz="1950" spc="-25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registers</a:t>
            </a:r>
            <a:endParaRPr sz="1950">
              <a:latin typeface="Calibri"/>
              <a:cs typeface="Calibri"/>
            </a:endParaRPr>
          </a:p>
          <a:p>
            <a:pPr lvl="1" marL="194310" indent="-181610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Char char="•"/>
              <a:tabLst>
                <a:tab pos="194310" algn="l"/>
              </a:tabLst>
            </a:pP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Hand</a:t>
            </a:r>
            <a:r>
              <a:rPr dirty="0" sz="1950" spc="-6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calculations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633472" y="1572767"/>
            <a:ext cx="457200" cy="457200"/>
            <a:chOff x="2633472" y="1572767"/>
            <a:chExt cx="457200" cy="457200"/>
          </a:xfrm>
        </p:grpSpPr>
        <p:sp>
          <p:nvSpPr>
            <p:cNvPr id="9" name="object 9"/>
            <p:cNvSpPr/>
            <p:nvPr/>
          </p:nvSpPr>
          <p:spPr>
            <a:xfrm>
              <a:off x="2633472" y="157276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clipboar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5763" y="1687067"/>
              <a:ext cx="172616" cy="228600"/>
            </a:xfrm>
            <a:prstGeom prst="rect">
              <a:avLst/>
            </a:prstGeom>
          </p:spPr>
        </p:pic>
      </p:grpSp>
      <p:sp>
        <p:nvSpPr>
          <p:cNvPr id="11" name="object 11"/>
          <p:cNvSpPr/>
          <p:nvPr/>
        </p:nvSpPr>
        <p:spPr>
          <a:xfrm>
            <a:off x="3459479" y="1463039"/>
            <a:ext cx="2542540" cy="2651760"/>
          </a:xfrm>
          <a:custGeom>
            <a:avLst/>
            <a:gdLst/>
            <a:ahLst/>
            <a:cxnLst/>
            <a:rect l="l" t="t" r="r" b="b"/>
            <a:pathLst>
              <a:path w="2542540" h="2651760">
                <a:moveTo>
                  <a:pt x="2414905" y="0"/>
                </a:moveTo>
                <a:lnTo>
                  <a:pt x="127127" y="0"/>
                </a:lnTo>
                <a:lnTo>
                  <a:pt x="77634" y="9987"/>
                </a:lnTo>
                <a:lnTo>
                  <a:pt x="37226" y="37226"/>
                </a:lnTo>
                <a:lnTo>
                  <a:pt x="9987" y="77634"/>
                </a:lnTo>
                <a:lnTo>
                  <a:pt x="0" y="127126"/>
                </a:lnTo>
                <a:lnTo>
                  <a:pt x="0" y="2524633"/>
                </a:lnTo>
                <a:lnTo>
                  <a:pt x="9987" y="2574125"/>
                </a:lnTo>
                <a:lnTo>
                  <a:pt x="37226" y="2614533"/>
                </a:lnTo>
                <a:lnTo>
                  <a:pt x="77634" y="2641772"/>
                </a:lnTo>
                <a:lnTo>
                  <a:pt x="127127" y="2651760"/>
                </a:lnTo>
                <a:lnTo>
                  <a:pt x="2414905" y="2651760"/>
                </a:lnTo>
                <a:lnTo>
                  <a:pt x="2464397" y="2641772"/>
                </a:lnTo>
                <a:lnTo>
                  <a:pt x="2504805" y="2614533"/>
                </a:lnTo>
                <a:lnTo>
                  <a:pt x="2532044" y="2574125"/>
                </a:lnTo>
                <a:lnTo>
                  <a:pt x="2542032" y="2524633"/>
                </a:lnTo>
                <a:lnTo>
                  <a:pt x="2542032" y="127126"/>
                </a:lnTo>
                <a:lnTo>
                  <a:pt x="2532044" y="77634"/>
                </a:lnTo>
                <a:lnTo>
                  <a:pt x="2504805" y="37226"/>
                </a:lnTo>
                <a:lnTo>
                  <a:pt x="2464397" y="9987"/>
                </a:lnTo>
                <a:lnTo>
                  <a:pt x="2414905" y="0"/>
                </a:lnTo>
                <a:close/>
              </a:path>
            </a:pathLst>
          </a:custGeom>
          <a:solidFill>
            <a:srgbClr val="E8ED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667252" y="1537210"/>
            <a:ext cx="2038350" cy="174815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303530" indent="-290830">
              <a:lnSpc>
                <a:spcPct val="100000"/>
              </a:lnSpc>
              <a:spcBef>
                <a:spcPts val="715"/>
              </a:spcBef>
              <a:buAutoNum type="arabicPeriod" startAt="2"/>
              <a:tabLst>
                <a:tab pos="303530" algn="l"/>
              </a:tabLst>
            </a:pPr>
            <a:r>
              <a:rPr dirty="0" sz="2300" spc="-10" b="1">
                <a:solidFill>
                  <a:srgbClr val="1F4E9E"/>
                </a:solidFill>
                <a:latin typeface="Calibri"/>
                <a:cs typeface="Calibri"/>
              </a:rPr>
              <a:t>Biometric</a:t>
            </a:r>
            <a:endParaRPr sz="2300">
              <a:latin typeface="Calibri"/>
              <a:cs typeface="Calibri"/>
            </a:endParaRPr>
          </a:p>
          <a:p>
            <a:pPr lvl="1" marL="194310" marR="456565" indent="-181610">
              <a:lnSpc>
                <a:spcPct val="100000"/>
              </a:lnSpc>
              <a:spcBef>
                <a:spcPts val="525"/>
              </a:spcBef>
              <a:buClr>
                <a:srgbClr val="1F4E9E"/>
              </a:buClr>
              <a:buChar char="•"/>
              <a:tabLst>
                <a:tab pos="195580" algn="l"/>
              </a:tabLst>
            </a:pP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Needs</a:t>
            </a:r>
            <a:r>
              <a:rPr dirty="0" sz="1950" spc="-7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special 	hardware</a:t>
            </a:r>
            <a:endParaRPr sz="1950">
              <a:latin typeface="Calibri"/>
              <a:cs typeface="Calibri"/>
            </a:endParaRPr>
          </a:p>
          <a:p>
            <a:pPr lvl="1" marL="194310" marR="5080" indent="-181610">
              <a:lnSpc>
                <a:spcPct val="100000"/>
              </a:lnSpc>
              <a:spcBef>
                <a:spcPts val="300"/>
              </a:spcBef>
              <a:buClr>
                <a:srgbClr val="1F4E9E"/>
              </a:buClr>
              <a:buChar char="•"/>
              <a:tabLst>
                <a:tab pos="195580" algn="l"/>
              </a:tabLst>
            </a:pP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High</a:t>
            </a:r>
            <a:r>
              <a:rPr dirty="0" sz="195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maintenance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dirty="0" sz="1950" spc="-20">
                <a:solidFill>
                  <a:srgbClr val="252525"/>
                </a:solidFill>
                <a:latin typeface="Calibri"/>
                <a:cs typeface="Calibri"/>
              </a:rPr>
              <a:t>cost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361432" y="1572767"/>
            <a:ext cx="457200" cy="457200"/>
            <a:chOff x="5361432" y="1572767"/>
            <a:chExt cx="457200" cy="457200"/>
          </a:xfrm>
        </p:grpSpPr>
        <p:sp>
          <p:nvSpPr>
            <p:cNvPr id="14" name="object 14"/>
            <p:cNvSpPr/>
            <p:nvPr/>
          </p:nvSpPr>
          <p:spPr>
            <a:xfrm>
              <a:off x="5361432" y="157276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1F4E9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fingerprint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75732" y="1687067"/>
              <a:ext cx="228600" cy="228600"/>
            </a:xfrm>
            <a:prstGeom prst="rect">
              <a:avLst/>
            </a:prstGeom>
          </p:spPr>
        </p:pic>
      </p:grpSp>
      <p:sp>
        <p:nvSpPr>
          <p:cNvPr id="16" name="object 16"/>
          <p:cNvSpPr/>
          <p:nvPr/>
        </p:nvSpPr>
        <p:spPr>
          <a:xfrm>
            <a:off x="6187440" y="1463039"/>
            <a:ext cx="2542540" cy="2651760"/>
          </a:xfrm>
          <a:custGeom>
            <a:avLst/>
            <a:gdLst/>
            <a:ahLst/>
            <a:cxnLst/>
            <a:rect l="l" t="t" r="r" b="b"/>
            <a:pathLst>
              <a:path w="2542540" h="2651760">
                <a:moveTo>
                  <a:pt x="2414905" y="0"/>
                </a:moveTo>
                <a:lnTo>
                  <a:pt x="127127" y="0"/>
                </a:lnTo>
                <a:lnTo>
                  <a:pt x="77634" y="9987"/>
                </a:lnTo>
                <a:lnTo>
                  <a:pt x="37226" y="37226"/>
                </a:lnTo>
                <a:lnTo>
                  <a:pt x="9987" y="77634"/>
                </a:lnTo>
                <a:lnTo>
                  <a:pt x="0" y="127126"/>
                </a:lnTo>
                <a:lnTo>
                  <a:pt x="0" y="2524633"/>
                </a:lnTo>
                <a:lnTo>
                  <a:pt x="9987" y="2574125"/>
                </a:lnTo>
                <a:lnTo>
                  <a:pt x="37226" y="2614533"/>
                </a:lnTo>
                <a:lnTo>
                  <a:pt x="77634" y="2641772"/>
                </a:lnTo>
                <a:lnTo>
                  <a:pt x="127127" y="2651760"/>
                </a:lnTo>
                <a:lnTo>
                  <a:pt x="2414905" y="2651760"/>
                </a:lnTo>
                <a:lnTo>
                  <a:pt x="2464397" y="2641772"/>
                </a:lnTo>
                <a:lnTo>
                  <a:pt x="2504805" y="2614533"/>
                </a:lnTo>
                <a:lnTo>
                  <a:pt x="2532044" y="2574125"/>
                </a:lnTo>
                <a:lnTo>
                  <a:pt x="2542032" y="2524633"/>
                </a:lnTo>
                <a:lnTo>
                  <a:pt x="2542032" y="127126"/>
                </a:lnTo>
                <a:lnTo>
                  <a:pt x="2532044" y="77634"/>
                </a:lnTo>
                <a:lnTo>
                  <a:pt x="2504805" y="37226"/>
                </a:lnTo>
                <a:lnTo>
                  <a:pt x="2464397" y="9987"/>
                </a:lnTo>
                <a:lnTo>
                  <a:pt x="2414905" y="0"/>
                </a:lnTo>
                <a:close/>
              </a:path>
            </a:pathLst>
          </a:custGeom>
          <a:solidFill>
            <a:srgbClr val="E6F5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395211" y="1537210"/>
            <a:ext cx="1490980" cy="174815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303530" indent="-290830">
              <a:lnSpc>
                <a:spcPct val="100000"/>
              </a:lnSpc>
              <a:spcBef>
                <a:spcPts val="715"/>
              </a:spcBef>
              <a:buAutoNum type="arabicPeriod" startAt="3"/>
              <a:tabLst>
                <a:tab pos="303530" algn="l"/>
              </a:tabLst>
            </a:pPr>
            <a:r>
              <a:rPr dirty="0" sz="2300" spc="-20" b="1">
                <a:solidFill>
                  <a:srgbClr val="0F8F79"/>
                </a:solidFill>
                <a:latin typeface="Calibri"/>
                <a:cs typeface="Calibri"/>
              </a:rPr>
              <a:t>RFID</a:t>
            </a:r>
            <a:endParaRPr sz="2300">
              <a:latin typeface="Calibri"/>
              <a:cs typeface="Calibri"/>
            </a:endParaRPr>
          </a:p>
          <a:p>
            <a:pPr lvl="1" marL="194310" marR="158115" indent="-181610">
              <a:lnSpc>
                <a:spcPct val="100000"/>
              </a:lnSpc>
              <a:spcBef>
                <a:spcPts val="525"/>
              </a:spcBef>
              <a:buClr>
                <a:srgbClr val="0F8F79"/>
              </a:buClr>
              <a:buChar char="•"/>
              <a:tabLst>
                <a:tab pos="195580" algn="l"/>
              </a:tabLst>
            </a:pP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Needs</a:t>
            </a:r>
            <a:r>
              <a:rPr dirty="0" sz="1950" spc="-7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20">
                <a:solidFill>
                  <a:srgbClr val="252525"/>
                </a:solidFill>
                <a:latin typeface="Calibri"/>
                <a:cs typeface="Calibri"/>
              </a:rPr>
              <a:t>card </a:t>
            </a:r>
            <a:r>
              <a:rPr dirty="0" sz="1950" spc="-2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readers</a:t>
            </a:r>
            <a:endParaRPr sz="1950">
              <a:latin typeface="Calibri"/>
              <a:cs typeface="Calibri"/>
            </a:endParaRPr>
          </a:p>
          <a:p>
            <a:pPr lvl="1" marL="194310" marR="5080" indent="-181610">
              <a:lnSpc>
                <a:spcPct val="100000"/>
              </a:lnSpc>
              <a:spcBef>
                <a:spcPts val="300"/>
              </a:spcBef>
              <a:buClr>
                <a:srgbClr val="0F8F79"/>
              </a:buClr>
              <a:buChar char="•"/>
              <a:tabLst>
                <a:tab pos="195580" algn="l"/>
              </a:tabLst>
            </a:pP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Cards</a:t>
            </a:r>
            <a:r>
              <a:rPr dirty="0" sz="19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can</a:t>
            </a:r>
            <a:r>
              <a:rPr dirty="0" sz="19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25">
                <a:solidFill>
                  <a:srgbClr val="252525"/>
                </a:solidFill>
                <a:latin typeface="Calibri"/>
                <a:cs typeface="Calibri"/>
              </a:rPr>
              <a:t>be </a:t>
            </a:r>
            <a:r>
              <a:rPr dirty="0" sz="1950" spc="-25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shared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089392" y="1572767"/>
            <a:ext cx="457200" cy="457200"/>
            <a:chOff x="8089392" y="1572767"/>
            <a:chExt cx="457200" cy="457200"/>
          </a:xfrm>
        </p:grpSpPr>
        <p:sp>
          <p:nvSpPr>
            <p:cNvPr id="19" name="object 19"/>
            <p:cNvSpPr/>
            <p:nvPr/>
          </p:nvSpPr>
          <p:spPr>
            <a:xfrm>
              <a:off x="8089392" y="157276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F8F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idcar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03692" y="1715059"/>
              <a:ext cx="228600" cy="177281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8915400" y="1463039"/>
            <a:ext cx="2542540" cy="2651760"/>
          </a:xfrm>
          <a:custGeom>
            <a:avLst/>
            <a:gdLst/>
            <a:ahLst/>
            <a:cxnLst/>
            <a:rect l="l" t="t" r="r" b="b"/>
            <a:pathLst>
              <a:path w="2542540" h="2651760">
                <a:moveTo>
                  <a:pt x="2414905" y="0"/>
                </a:moveTo>
                <a:lnTo>
                  <a:pt x="127127" y="0"/>
                </a:lnTo>
                <a:lnTo>
                  <a:pt x="77634" y="9987"/>
                </a:lnTo>
                <a:lnTo>
                  <a:pt x="37226" y="37226"/>
                </a:lnTo>
                <a:lnTo>
                  <a:pt x="9987" y="77634"/>
                </a:lnTo>
                <a:lnTo>
                  <a:pt x="0" y="127126"/>
                </a:lnTo>
                <a:lnTo>
                  <a:pt x="0" y="2524633"/>
                </a:lnTo>
                <a:lnTo>
                  <a:pt x="9987" y="2574125"/>
                </a:lnTo>
                <a:lnTo>
                  <a:pt x="37226" y="2614533"/>
                </a:lnTo>
                <a:lnTo>
                  <a:pt x="77634" y="2641772"/>
                </a:lnTo>
                <a:lnTo>
                  <a:pt x="127127" y="2651760"/>
                </a:lnTo>
                <a:lnTo>
                  <a:pt x="2414905" y="2651760"/>
                </a:lnTo>
                <a:lnTo>
                  <a:pt x="2464397" y="2641772"/>
                </a:lnTo>
                <a:lnTo>
                  <a:pt x="2504805" y="2614533"/>
                </a:lnTo>
                <a:lnTo>
                  <a:pt x="2532044" y="2574125"/>
                </a:lnTo>
                <a:lnTo>
                  <a:pt x="2542032" y="2524633"/>
                </a:lnTo>
                <a:lnTo>
                  <a:pt x="2542032" y="127126"/>
                </a:lnTo>
                <a:lnTo>
                  <a:pt x="2532044" y="77634"/>
                </a:lnTo>
                <a:lnTo>
                  <a:pt x="2504805" y="37226"/>
                </a:lnTo>
                <a:lnTo>
                  <a:pt x="2464397" y="9987"/>
                </a:lnTo>
                <a:lnTo>
                  <a:pt x="241490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9123426" y="1537210"/>
            <a:ext cx="2100580" cy="145097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303530" indent="-290830">
              <a:lnSpc>
                <a:spcPct val="100000"/>
              </a:lnSpc>
              <a:spcBef>
                <a:spcPts val="715"/>
              </a:spcBef>
              <a:buAutoNum type="arabicPeriod" startAt="4"/>
              <a:tabLst>
                <a:tab pos="303530" algn="l"/>
              </a:tabLst>
            </a:pPr>
            <a:r>
              <a:rPr dirty="0" sz="2300" spc="-20" b="1">
                <a:solidFill>
                  <a:srgbClr val="FFFFFF"/>
                </a:solidFill>
                <a:latin typeface="Calibri"/>
                <a:cs typeface="Calibri"/>
              </a:rPr>
              <a:t>QR-Based</a:t>
            </a:r>
            <a:endParaRPr sz="2300">
              <a:latin typeface="Calibri"/>
              <a:cs typeface="Calibri"/>
            </a:endParaRPr>
          </a:p>
          <a:p>
            <a:pPr lvl="1" marL="193675" marR="436880" indent="-181610">
              <a:lnSpc>
                <a:spcPct val="100000"/>
              </a:lnSpc>
              <a:spcBef>
                <a:spcPts val="525"/>
              </a:spcBef>
              <a:buChar char="•"/>
              <a:tabLst>
                <a:tab pos="194945" algn="l"/>
              </a:tabLst>
            </a:pP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Uses</a:t>
            </a:r>
            <a:r>
              <a:rPr dirty="0" sz="195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Calibri"/>
                <a:cs typeface="Calibri"/>
              </a:rPr>
              <a:t>students' 	smartphones</a:t>
            </a:r>
            <a:endParaRPr sz="1950">
              <a:latin typeface="Calibri"/>
              <a:cs typeface="Calibri"/>
            </a:endParaRPr>
          </a:p>
          <a:p>
            <a:pPr lvl="1" marL="194310" indent="-181610">
              <a:lnSpc>
                <a:spcPct val="100000"/>
              </a:lnSpc>
              <a:spcBef>
                <a:spcPts val="300"/>
              </a:spcBef>
              <a:buChar char="•"/>
              <a:tabLst>
                <a:tab pos="194310" algn="l"/>
              </a:tabLst>
            </a:pP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dirty="0" sz="19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extra</a:t>
            </a:r>
            <a:r>
              <a:rPr dirty="0" sz="19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Calibri"/>
                <a:cs typeface="Calibri"/>
              </a:rPr>
              <a:t>hardware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817352" y="1572767"/>
            <a:ext cx="457200" cy="457200"/>
            <a:chOff x="10817352" y="1572767"/>
            <a:chExt cx="457200" cy="457200"/>
          </a:xfrm>
        </p:grpSpPr>
        <p:sp>
          <p:nvSpPr>
            <p:cNvPr id="24" name="object 24"/>
            <p:cNvSpPr/>
            <p:nvPr/>
          </p:nvSpPr>
          <p:spPr>
            <a:xfrm>
              <a:off x="10817352" y="157276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9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qrcode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47098" y="1702513"/>
              <a:ext cx="200797" cy="200797"/>
            </a:xfrm>
            <a:prstGeom prst="rect">
              <a:avLst/>
            </a:prstGeom>
          </p:spPr>
        </p:pic>
      </p:grpSp>
      <p:sp>
        <p:nvSpPr>
          <p:cNvPr id="26" name="object 26"/>
          <p:cNvSpPr/>
          <p:nvPr/>
        </p:nvSpPr>
        <p:spPr>
          <a:xfrm>
            <a:off x="731519" y="4389120"/>
            <a:ext cx="10726420" cy="1097280"/>
          </a:xfrm>
          <a:custGeom>
            <a:avLst/>
            <a:gdLst/>
            <a:ahLst/>
            <a:cxnLst/>
            <a:rect l="l" t="t" r="r" b="b"/>
            <a:pathLst>
              <a:path w="10726420" h="1097279">
                <a:moveTo>
                  <a:pt x="10671048" y="0"/>
                </a:moveTo>
                <a:lnTo>
                  <a:pt x="54864" y="0"/>
                </a:lnTo>
                <a:lnTo>
                  <a:pt x="33507" y="4304"/>
                </a:lnTo>
                <a:lnTo>
                  <a:pt x="16068" y="16049"/>
                </a:lnTo>
                <a:lnTo>
                  <a:pt x="4311" y="33486"/>
                </a:lnTo>
                <a:lnTo>
                  <a:pt x="0" y="54863"/>
                </a:lnTo>
                <a:lnTo>
                  <a:pt x="0" y="1042415"/>
                </a:lnTo>
                <a:lnTo>
                  <a:pt x="4311" y="1063793"/>
                </a:lnTo>
                <a:lnTo>
                  <a:pt x="16068" y="1081230"/>
                </a:lnTo>
                <a:lnTo>
                  <a:pt x="33507" y="1092975"/>
                </a:lnTo>
                <a:lnTo>
                  <a:pt x="54864" y="1097279"/>
                </a:lnTo>
                <a:lnTo>
                  <a:pt x="10671048" y="1097279"/>
                </a:lnTo>
                <a:lnTo>
                  <a:pt x="10692425" y="1092975"/>
                </a:lnTo>
                <a:lnTo>
                  <a:pt x="10709862" y="1081230"/>
                </a:lnTo>
                <a:lnTo>
                  <a:pt x="10721607" y="1063793"/>
                </a:lnTo>
                <a:lnTo>
                  <a:pt x="10725912" y="1042415"/>
                </a:lnTo>
                <a:lnTo>
                  <a:pt x="10725912" y="54863"/>
                </a:lnTo>
                <a:lnTo>
                  <a:pt x="10721607" y="33486"/>
                </a:lnTo>
                <a:lnTo>
                  <a:pt x="10709862" y="16049"/>
                </a:lnTo>
                <a:lnTo>
                  <a:pt x="10692425" y="4304"/>
                </a:lnTo>
                <a:lnTo>
                  <a:pt x="10671048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718819" y="4585432"/>
            <a:ext cx="9311640" cy="125349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257175">
              <a:lnSpc>
                <a:spcPct val="100000"/>
              </a:lnSpc>
              <a:spcBef>
                <a:spcPts val="280"/>
              </a:spcBef>
            </a:pPr>
            <a:r>
              <a:rPr dirty="0" sz="1850" b="1">
                <a:solidFill>
                  <a:srgbClr val="C00000"/>
                </a:solidFill>
                <a:latin typeface="Calibri"/>
                <a:cs typeface="Calibri"/>
              </a:rPr>
              <a:t>Our</a:t>
            </a:r>
            <a:r>
              <a:rPr dirty="0" sz="185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50" spc="-10" b="1">
                <a:solidFill>
                  <a:srgbClr val="C00000"/>
                </a:solidFill>
                <a:latin typeface="Calibri"/>
                <a:cs typeface="Calibri"/>
              </a:rPr>
              <a:t>Observation</a:t>
            </a:r>
            <a:endParaRPr sz="1850">
              <a:latin typeface="Calibri"/>
              <a:cs typeface="Calibri"/>
            </a:endParaRPr>
          </a:p>
          <a:p>
            <a:pPr marL="257175">
              <a:lnSpc>
                <a:spcPct val="100000"/>
              </a:lnSpc>
              <a:spcBef>
                <a:spcPts val="195"/>
              </a:spcBef>
            </a:pP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A</a:t>
            </a:r>
            <a:r>
              <a:rPr dirty="0" sz="195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20">
                <a:solidFill>
                  <a:srgbClr val="252525"/>
                </a:solidFill>
                <a:latin typeface="Calibri"/>
                <a:cs typeface="Calibri"/>
              </a:rPr>
              <a:t>QR-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based</a:t>
            </a:r>
            <a:r>
              <a:rPr dirty="0" sz="195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system</a:t>
            </a:r>
            <a:r>
              <a:rPr dirty="0" sz="19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is</a:t>
            </a:r>
            <a:r>
              <a:rPr dirty="0" sz="19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simple,</a:t>
            </a:r>
            <a:r>
              <a:rPr dirty="0" sz="19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affordable</a:t>
            </a:r>
            <a:r>
              <a:rPr dirty="0" sz="195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19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easy</a:t>
            </a:r>
            <a:r>
              <a:rPr dirty="0" sz="195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to</a:t>
            </a:r>
            <a:r>
              <a:rPr dirty="0" sz="195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connect</a:t>
            </a:r>
            <a:r>
              <a:rPr dirty="0" sz="195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with</a:t>
            </a:r>
            <a:r>
              <a:rPr dirty="0" sz="19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an</a:t>
            </a:r>
            <a:r>
              <a:rPr dirty="0" sz="195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analytics</a:t>
            </a:r>
            <a:r>
              <a:rPr dirty="0" sz="195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dashboard.</a:t>
            </a:r>
            <a:endParaRPr sz="1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400" i="1">
                <a:solidFill>
                  <a:srgbClr val="585858"/>
                </a:solidFill>
                <a:latin typeface="Calibri"/>
                <a:cs typeface="Calibri"/>
              </a:rPr>
              <a:t>Based</a:t>
            </a:r>
            <a:r>
              <a:rPr dirty="0" sz="1400" spc="-40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585858"/>
                </a:solidFill>
                <a:latin typeface="Calibri"/>
                <a:cs typeface="Calibri"/>
              </a:rPr>
              <a:t>on</a:t>
            </a:r>
            <a:r>
              <a:rPr dirty="0" sz="1400" spc="-40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dirty="0" sz="1400" spc="-4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585858"/>
                </a:solidFill>
                <a:latin typeface="Calibri"/>
                <a:cs typeface="Calibri"/>
              </a:rPr>
              <a:t>study</a:t>
            </a:r>
            <a:r>
              <a:rPr dirty="0" sz="1400" spc="-30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585858"/>
                </a:solidFill>
                <a:latin typeface="Calibri"/>
                <a:cs typeface="Calibri"/>
              </a:rPr>
              <a:t>of</a:t>
            </a:r>
            <a:r>
              <a:rPr dirty="0" sz="1400" spc="-4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585858"/>
                </a:solidFill>
                <a:latin typeface="Calibri"/>
                <a:cs typeface="Calibri"/>
              </a:rPr>
              <a:t>existing</a:t>
            </a:r>
            <a:r>
              <a:rPr dirty="0" sz="1400" spc="-20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585858"/>
                </a:solidFill>
                <a:latin typeface="Calibri"/>
                <a:cs typeface="Calibri"/>
              </a:rPr>
              <a:t>methods;</a:t>
            </a:r>
            <a:r>
              <a:rPr dirty="0" sz="1400" spc="-2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585858"/>
                </a:solidFill>
                <a:latin typeface="Calibri"/>
                <a:cs typeface="Calibri"/>
              </a:rPr>
              <a:t>not</a:t>
            </a:r>
            <a:r>
              <a:rPr dirty="0" sz="1400" spc="-4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dirty="0" sz="1400" spc="-40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585858"/>
                </a:solidFill>
                <a:latin typeface="Calibri"/>
                <a:cs typeface="Calibri"/>
              </a:rPr>
              <a:t>completed</a:t>
            </a:r>
            <a:r>
              <a:rPr dirty="0" sz="1400" spc="-2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585858"/>
                </a:solidFill>
                <a:latin typeface="Calibri"/>
                <a:cs typeface="Calibri"/>
              </a:rPr>
              <a:t>market</a:t>
            </a:r>
            <a:r>
              <a:rPr dirty="0" sz="1400" spc="-40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585858"/>
                </a:solidFill>
                <a:latin typeface="Calibri"/>
                <a:cs typeface="Calibri"/>
              </a:rPr>
              <a:t>survey.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095" y="6214871"/>
            <a:ext cx="12205335" cy="650240"/>
            <a:chOff x="-6095" y="6214871"/>
            <a:chExt cx="12205335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285"/>
                  </a:lnTo>
                  <a:lnTo>
                    <a:pt x="12192000" y="63728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81" y="6221348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285"/>
                  </a:moveTo>
                  <a:lnTo>
                    <a:pt x="12192000" y="63728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285"/>
                  </a:lnTo>
                  <a:close/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55"/>
              <a:t>DTIE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126489" y="6381986"/>
            <a:ext cx="145415" cy="290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|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114"/>
              <a:t>Department</a:t>
            </a:r>
            <a:r>
              <a:rPr dirty="0" spc="-190"/>
              <a:t> </a:t>
            </a:r>
            <a:r>
              <a:rPr dirty="0" spc="-55"/>
              <a:t>of</a:t>
            </a:r>
            <a:r>
              <a:rPr dirty="0" spc="-185"/>
              <a:t> </a:t>
            </a:r>
            <a:r>
              <a:rPr dirty="0" spc="-95"/>
              <a:t>Multi</a:t>
            </a:r>
            <a:r>
              <a:rPr dirty="0" spc="-190"/>
              <a:t> </a:t>
            </a:r>
            <a:r>
              <a:rPr dirty="0" spc="-114"/>
              <a:t>Disciplinary</a:t>
            </a:r>
            <a:r>
              <a:rPr dirty="0" spc="-195"/>
              <a:t> </a:t>
            </a:r>
            <a:r>
              <a:rPr dirty="0" spc="-110"/>
              <a:t>Innovation</a:t>
            </a:r>
            <a:r>
              <a:rPr dirty="0" spc="-190"/>
              <a:t> </a:t>
            </a:r>
            <a:r>
              <a:rPr dirty="0" spc="-20"/>
              <a:t>&amp;</a:t>
            </a:r>
            <a:r>
              <a:rPr dirty="0" spc="-160"/>
              <a:t> </a:t>
            </a:r>
            <a:r>
              <a:rPr dirty="0" spc="-85"/>
              <a:t>Entrepreneurship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30"/>
              <a:t>Target</a:t>
            </a:r>
            <a:r>
              <a:rPr dirty="0" spc="-210"/>
              <a:t> </a:t>
            </a:r>
            <a:r>
              <a:rPr dirty="0" spc="-120"/>
              <a:t>User</a:t>
            </a:r>
            <a:r>
              <a:rPr dirty="0" spc="-235"/>
              <a:t> </a:t>
            </a:r>
            <a:r>
              <a:rPr dirty="0" spc="-20"/>
              <a:t>-</a:t>
            </a:r>
            <a:r>
              <a:rPr dirty="0" spc="-235"/>
              <a:t> </a:t>
            </a:r>
            <a:r>
              <a:rPr dirty="0" spc="-100"/>
              <a:t>Customer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31519" y="1463039"/>
            <a:ext cx="2542540" cy="3383279"/>
            <a:chOff x="731519" y="1463039"/>
            <a:chExt cx="2542540" cy="3383279"/>
          </a:xfrm>
        </p:grpSpPr>
        <p:sp>
          <p:nvSpPr>
            <p:cNvPr id="7" name="object 7"/>
            <p:cNvSpPr/>
            <p:nvPr/>
          </p:nvSpPr>
          <p:spPr>
            <a:xfrm>
              <a:off x="731519" y="1463039"/>
              <a:ext cx="2542540" cy="3383279"/>
            </a:xfrm>
            <a:custGeom>
              <a:avLst/>
              <a:gdLst/>
              <a:ahLst/>
              <a:cxnLst/>
              <a:rect l="l" t="t" r="r" b="b"/>
              <a:pathLst>
                <a:path w="2542540" h="3383279">
                  <a:moveTo>
                    <a:pt x="2414905" y="0"/>
                  </a:moveTo>
                  <a:lnTo>
                    <a:pt x="127101" y="0"/>
                  </a:lnTo>
                  <a:lnTo>
                    <a:pt x="77629" y="9987"/>
                  </a:lnTo>
                  <a:lnTo>
                    <a:pt x="37228" y="37226"/>
                  </a:lnTo>
                  <a:lnTo>
                    <a:pt x="9988" y="77634"/>
                  </a:lnTo>
                  <a:lnTo>
                    <a:pt x="0" y="127126"/>
                  </a:lnTo>
                  <a:lnTo>
                    <a:pt x="0" y="3256153"/>
                  </a:lnTo>
                  <a:lnTo>
                    <a:pt x="9988" y="3305645"/>
                  </a:lnTo>
                  <a:lnTo>
                    <a:pt x="37228" y="3346053"/>
                  </a:lnTo>
                  <a:lnTo>
                    <a:pt x="77629" y="3373292"/>
                  </a:lnTo>
                  <a:lnTo>
                    <a:pt x="127101" y="3383279"/>
                  </a:lnTo>
                  <a:lnTo>
                    <a:pt x="2414905" y="3383279"/>
                  </a:lnTo>
                  <a:lnTo>
                    <a:pt x="2464397" y="3373292"/>
                  </a:lnTo>
                  <a:lnTo>
                    <a:pt x="2504805" y="3346053"/>
                  </a:lnTo>
                  <a:lnTo>
                    <a:pt x="2532044" y="3305645"/>
                  </a:lnTo>
                  <a:lnTo>
                    <a:pt x="2542032" y="3256153"/>
                  </a:lnTo>
                  <a:lnTo>
                    <a:pt x="2542032" y="127126"/>
                  </a:lnTo>
                  <a:lnTo>
                    <a:pt x="2532044" y="77634"/>
                  </a:lnTo>
                  <a:lnTo>
                    <a:pt x="2504805" y="37226"/>
                  </a:lnTo>
                  <a:lnTo>
                    <a:pt x="2464397" y="9987"/>
                  </a:lnTo>
                  <a:lnTo>
                    <a:pt x="2414905" y="0"/>
                  </a:lnTo>
                  <a:close/>
                </a:path>
              </a:pathLst>
            </a:custGeom>
            <a:solidFill>
              <a:srgbClr val="FC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14399" y="164591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19" h="731519">
                  <a:moveTo>
                    <a:pt x="365760" y="0"/>
                  </a:moveTo>
                  <a:lnTo>
                    <a:pt x="319879" y="2848"/>
                  </a:lnTo>
                  <a:lnTo>
                    <a:pt x="275699" y="11167"/>
                  </a:lnTo>
                  <a:lnTo>
                    <a:pt x="233563" y="24613"/>
                  </a:lnTo>
                  <a:lnTo>
                    <a:pt x="193813" y="42844"/>
                  </a:lnTo>
                  <a:lnTo>
                    <a:pt x="156792" y="65517"/>
                  </a:lnTo>
                  <a:lnTo>
                    <a:pt x="122843" y="92291"/>
                  </a:lnTo>
                  <a:lnTo>
                    <a:pt x="92308" y="122822"/>
                  </a:lnTo>
                  <a:lnTo>
                    <a:pt x="65531" y="156770"/>
                  </a:lnTo>
                  <a:lnTo>
                    <a:pt x="42854" y="193790"/>
                  </a:lnTo>
                  <a:lnTo>
                    <a:pt x="24619" y="233542"/>
                  </a:lnTo>
                  <a:lnTo>
                    <a:pt x="11170" y="275682"/>
                  </a:lnTo>
                  <a:lnTo>
                    <a:pt x="2849" y="319869"/>
                  </a:lnTo>
                  <a:lnTo>
                    <a:pt x="0" y="365760"/>
                  </a:lnTo>
                  <a:lnTo>
                    <a:pt x="2849" y="411650"/>
                  </a:lnTo>
                  <a:lnTo>
                    <a:pt x="11170" y="455837"/>
                  </a:lnTo>
                  <a:lnTo>
                    <a:pt x="24619" y="497977"/>
                  </a:lnTo>
                  <a:lnTo>
                    <a:pt x="42854" y="537729"/>
                  </a:lnTo>
                  <a:lnTo>
                    <a:pt x="65531" y="574749"/>
                  </a:lnTo>
                  <a:lnTo>
                    <a:pt x="92308" y="608697"/>
                  </a:lnTo>
                  <a:lnTo>
                    <a:pt x="122843" y="639228"/>
                  </a:lnTo>
                  <a:lnTo>
                    <a:pt x="156792" y="666002"/>
                  </a:lnTo>
                  <a:lnTo>
                    <a:pt x="193813" y="688675"/>
                  </a:lnTo>
                  <a:lnTo>
                    <a:pt x="233563" y="706906"/>
                  </a:lnTo>
                  <a:lnTo>
                    <a:pt x="275699" y="720352"/>
                  </a:lnTo>
                  <a:lnTo>
                    <a:pt x="319879" y="728671"/>
                  </a:lnTo>
                  <a:lnTo>
                    <a:pt x="365760" y="731520"/>
                  </a:lnTo>
                  <a:lnTo>
                    <a:pt x="411650" y="728671"/>
                  </a:lnTo>
                  <a:lnTo>
                    <a:pt x="455837" y="720352"/>
                  </a:lnTo>
                  <a:lnTo>
                    <a:pt x="497977" y="706906"/>
                  </a:lnTo>
                  <a:lnTo>
                    <a:pt x="537729" y="688675"/>
                  </a:lnTo>
                  <a:lnTo>
                    <a:pt x="574749" y="666002"/>
                  </a:lnTo>
                  <a:lnTo>
                    <a:pt x="608697" y="639228"/>
                  </a:lnTo>
                  <a:lnTo>
                    <a:pt x="639228" y="608697"/>
                  </a:lnTo>
                  <a:lnTo>
                    <a:pt x="666002" y="574749"/>
                  </a:lnTo>
                  <a:lnTo>
                    <a:pt x="688675" y="537729"/>
                  </a:lnTo>
                  <a:lnTo>
                    <a:pt x="706906" y="497977"/>
                  </a:lnTo>
                  <a:lnTo>
                    <a:pt x="720352" y="455837"/>
                  </a:lnTo>
                  <a:lnTo>
                    <a:pt x="728671" y="411650"/>
                  </a:lnTo>
                  <a:lnTo>
                    <a:pt x="731520" y="365760"/>
                  </a:lnTo>
                  <a:lnTo>
                    <a:pt x="728671" y="319869"/>
                  </a:lnTo>
                  <a:lnTo>
                    <a:pt x="720352" y="275682"/>
                  </a:lnTo>
                  <a:lnTo>
                    <a:pt x="706906" y="233542"/>
                  </a:lnTo>
                  <a:lnTo>
                    <a:pt x="688675" y="193790"/>
                  </a:lnTo>
                  <a:lnTo>
                    <a:pt x="666002" y="156770"/>
                  </a:lnTo>
                  <a:lnTo>
                    <a:pt x="639228" y="122822"/>
                  </a:lnTo>
                  <a:lnTo>
                    <a:pt x="608697" y="92291"/>
                  </a:lnTo>
                  <a:lnTo>
                    <a:pt x="574749" y="65517"/>
                  </a:lnTo>
                  <a:lnTo>
                    <a:pt x="537729" y="42844"/>
                  </a:lnTo>
                  <a:lnTo>
                    <a:pt x="497977" y="24613"/>
                  </a:lnTo>
                  <a:lnTo>
                    <a:pt x="455837" y="11167"/>
                  </a:lnTo>
                  <a:lnTo>
                    <a:pt x="411650" y="284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graduate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7279" y="1828799"/>
              <a:ext cx="365759" cy="36576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901700" y="2491486"/>
            <a:ext cx="1100455" cy="375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00" spc="-10" b="1">
                <a:solidFill>
                  <a:srgbClr val="C00000"/>
                </a:solidFill>
                <a:latin typeface="Calibri"/>
                <a:cs typeface="Calibri"/>
              </a:rPr>
              <a:t>Students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1700" y="3063748"/>
            <a:ext cx="2109470" cy="1638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94310" marR="194310" indent="-181610">
              <a:lnSpc>
                <a:spcPct val="100000"/>
              </a:lnSpc>
              <a:spcBef>
                <a:spcPts val="95"/>
              </a:spcBef>
              <a:buClr>
                <a:srgbClr val="C00000"/>
              </a:buClr>
              <a:buChar char="•"/>
              <a:tabLst>
                <a:tab pos="195580" algn="l"/>
              </a:tabLst>
            </a:pPr>
            <a:r>
              <a:rPr dirty="0" sz="1850">
                <a:solidFill>
                  <a:srgbClr val="252525"/>
                </a:solidFill>
                <a:latin typeface="Calibri"/>
                <a:cs typeface="Calibri"/>
              </a:rPr>
              <a:t>Check</a:t>
            </a:r>
            <a:r>
              <a:rPr dirty="0" sz="185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252525"/>
                </a:solidFill>
                <a:latin typeface="Calibri"/>
                <a:cs typeface="Calibri"/>
              </a:rPr>
              <a:t>attendance 	anytime</a:t>
            </a:r>
            <a:endParaRPr sz="1850">
              <a:latin typeface="Calibri"/>
              <a:cs typeface="Calibri"/>
            </a:endParaRPr>
          </a:p>
          <a:p>
            <a:pPr marL="194310" indent="-181610">
              <a:lnSpc>
                <a:spcPct val="100000"/>
              </a:lnSpc>
              <a:spcBef>
                <a:spcPts val="800"/>
              </a:spcBef>
              <a:buClr>
                <a:srgbClr val="C00000"/>
              </a:buClr>
              <a:buChar char="•"/>
              <a:tabLst>
                <a:tab pos="194310" algn="l"/>
              </a:tabLst>
            </a:pPr>
            <a:r>
              <a:rPr dirty="0" sz="1850">
                <a:solidFill>
                  <a:srgbClr val="252525"/>
                </a:solidFill>
                <a:latin typeface="Calibri"/>
                <a:cs typeface="Calibri"/>
              </a:rPr>
              <a:t>See</a:t>
            </a:r>
            <a:r>
              <a:rPr dirty="0" sz="185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252525"/>
                </a:solidFill>
                <a:latin typeface="Calibri"/>
                <a:cs typeface="Calibri"/>
              </a:rPr>
              <a:t>subject-</a:t>
            </a:r>
            <a:r>
              <a:rPr dirty="0" sz="1850">
                <a:solidFill>
                  <a:srgbClr val="252525"/>
                </a:solidFill>
                <a:latin typeface="Calibri"/>
                <a:cs typeface="Calibri"/>
              </a:rPr>
              <a:t>wise</a:t>
            </a:r>
            <a:r>
              <a:rPr dirty="0" sz="1850" spc="-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50" spc="-50">
                <a:solidFill>
                  <a:srgbClr val="252525"/>
                </a:solidFill>
                <a:latin typeface="Calibri"/>
                <a:cs typeface="Calibri"/>
              </a:rPr>
              <a:t>%</a:t>
            </a:r>
            <a:endParaRPr sz="1850">
              <a:latin typeface="Calibri"/>
              <a:cs typeface="Calibri"/>
            </a:endParaRPr>
          </a:p>
          <a:p>
            <a:pPr marL="194310" marR="5080" indent="-181610">
              <a:lnSpc>
                <a:spcPct val="100000"/>
              </a:lnSpc>
              <a:spcBef>
                <a:spcPts val="800"/>
              </a:spcBef>
              <a:buClr>
                <a:srgbClr val="C00000"/>
              </a:buClr>
              <a:buChar char="•"/>
              <a:tabLst>
                <a:tab pos="195580" algn="l"/>
              </a:tabLst>
            </a:pPr>
            <a:r>
              <a:rPr dirty="0" sz="1850">
                <a:solidFill>
                  <a:srgbClr val="252525"/>
                </a:solidFill>
                <a:latin typeface="Calibri"/>
                <a:cs typeface="Calibri"/>
              </a:rPr>
              <a:t>Get</a:t>
            </a:r>
            <a:r>
              <a:rPr dirty="0" sz="185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252525"/>
                </a:solidFill>
                <a:latin typeface="Calibri"/>
                <a:cs typeface="Calibri"/>
              </a:rPr>
              <a:t>low-attendance 	alerts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459479" y="1463039"/>
            <a:ext cx="2542540" cy="3383279"/>
            <a:chOff x="3459479" y="1463039"/>
            <a:chExt cx="2542540" cy="3383279"/>
          </a:xfrm>
        </p:grpSpPr>
        <p:sp>
          <p:nvSpPr>
            <p:cNvPr id="13" name="object 13"/>
            <p:cNvSpPr/>
            <p:nvPr/>
          </p:nvSpPr>
          <p:spPr>
            <a:xfrm>
              <a:off x="3459479" y="1463039"/>
              <a:ext cx="2542540" cy="3383279"/>
            </a:xfrm>
            <a:custGeom>
              <a:avLst/>
              <a:gdLst/>
              <a:ahLst/>
              <a:cxnLst/>
              <a:rect l="l" t="t" r="r" b="b"/>
              <a:pathLst>
                <a:path w="2542540" h="3383279">
                  <a:moveTo>
                    <a:pt x="2414905" y="0"/>
                  </a:moveTo>
                  <a:lnTo>
                    <a:pt x="127127" y="0"/>
                  </a:lnTo>
                  <a:lnTo>
                    <a:pt x="77634" y="9987"/>
                  </a:lnTo>
                  <a:lnTo>
                    <a:pt x="37226" y="37226"/>
                  </a:lnTo>
                  <a:lnTo>
                    <a:pt x="9987" y="77634"/>
                  </a:lnTo>
                  <a:lnTo>
                    <a:pt x="0" y="127126"/>
                  </a:lnTo>
                  <a:lnTo>
                    <a:pt x="0" y="3256153"/>
                  </a:lnTo>
                  <a:lnTo>
                    <a:pt x="9987" y="3305645"/>
                  </a:lnTo>
                  <a:lnTo>
                    <a:pt x="37226" y="3346053"/>
                  </a:lnTo>
                  <a:lnTo>
                    <a:pt x="77634" y="3373292"/>
                  </a:lnTo>
                  <a:lnTo>
                    <a:pt x="127127" y="3383279"/>
                  </a:lnTo>
                  <a:lnTo>
                    <a:pt x="2414905" y="3383279"/>
                  </a:lnTo>
                  <a:lnTo>
                    <a:pt x="2464397" y="3373292"/>
                  </a:lnTo>
                  <a:lnTo>
                    <a:pt x="2504805" y="3346053"/>
                  </a:lnTo>
                  <a:lnTo>
                    <a:pt x="2532044" y="3305645"/>
                  </a:lnTo>
                  <a:lnTo>
                    <a:pt x="2542032" y="3256153"/>
                  </a:lnTo>
                  <a:lnTo>
                    <a:pt x="2542032" y="127126"/>
                  </a:lnTo>
                  <a:lnTo>
                    <a:pt x="2532044" y="77634"/>
                  </a:lnTo>
                  <a:lnTo>
                    <a:pt x="2504805" y="37226"/>
                  </a:lnTo>
                  <a:lnTo>
                    <a:pt x="2464397" y="9987"/>
                  </a:lnTo>
                  <a:lnTo>
                    <a:pt x="2414905" y="0"/>
                  </a:lnTo>
                  <a:close/>
                </a:path>
              </a:pathLst>
            </a:custGeom>
            <a:solidFill>
              <a:srgbClr val="E8ED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642359" y="164591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60" y="0"/>
                  </a:moveTo>
                  <a:lnTo>
                    <a:pt x="319869" y="2848"/>
                  </a:lnTo>
                  <a:lnTo>
                    <a:pt x="275682" y="11167"/>
                  </a:lnTo>
                  <a:lnTo>
                    <a:pt x="233542" y="24613"/>
                  </a:lnTo>
                  <a:lnTo>
                    <a:pt x="193790" y="42844"/>
                  </a:lnTo>
                  <a:lnTo>
                    <a:pt x="156770" y="65517"/>
                  </a:lnTo>
                  <a:lnTo>
                    <a:pt x="122822" y="92291"/>
                  </a:lnTo>
                  <a:lnTo>
                    <a:pt x="92291" y="122822"/>
                  </a:lnTo>
                  <a:lnTo>
                    <a:pt x="65517" y="156770"/>
                  </a:lnTo>
                  <a:lnTo>
                    <a:pt x="42844" y="193790"/>
                  </a:lnTo>
                  <a:lnTo>
                    <a:pt x="24613" y="233542"/>
                  </a:lnTo>
                  <a:lnTo>
                    <a:pt x="11167" y="275682"/>
                  </a:lnTo>
                  <a:lnTo>
                    <a:pt x="2848" y="319869"/>
                  </a:lnTo>
                  <a:lnTo>
                    <a:pt x="0" y="365760"/>
                  </a:lnTo>
                  <a:lnTo>
                    <a:pt x="2848" y="411650"/>
                  </a:lnTo>
                  <a:lnTo>
                    <a:pt x="11167" y="455837"/>
                  </a:lnTo>
                  <a:lnTo>
                    <a:pt x="24613" y="497977"/>
                  </a:lnTo>
                  <a:lnTo>
                    <a:pt x="42844" y="537729"/>
                  </a:lnTo>
                  <a:lnTo>
                    <a:pt x="65517" y="574749"/>
                  </a:lnTo>
                  <a:lnTo>
                    <a:pt x="92291" y="608697"/>
                  </a:lnTo>
                  <a:lnTo>
                    <a:pt x="122822" y="639228"/>
                  </a:lnTo>
                  <a:lnTo>
                    <a:pt x="156770" y="666002"/>
                  </a:lnTo>
                  <a:lnTo>
                    <a:pt x="193790" y="688675"/>
                  </a:lnTo>
                  <a:lnTo>
                    <a:pt x="233542" y="706906"/>
                  </a:lnTo>
                  <a:lnTo>
                    <a:pt x="275682" y="720352"/>
                  </a:lnTo>
                  <a:lnTo>
                    <a:pt x="319869" y="728671"/>
                  </a:lnTo>
                  <a:lnTo>
                    <a:pt x="365760" y="731520"/>
                  </a:lnTo>
                  <a:lnTo>
                    <a:pt x="411650" y="728671"/>
                  </a:lnTo>
                  <a:lnTo>
                    <a:pt x="455837" y="720352"/>
                  </a:lnTo>
                  <a:lnTo>
                    <a:pt x="497977" y="706906"/>
                  </a:lnTo>
                  <a:lnTo>
                    <a:pt x="537729" y="688675"/>
                  </a:lnTo>
                  <a:lnTo>
                    <a:pt x="574749" y="666002"/>
                  </a:lnTo>
                  <a:lnTo>
                    <a:pt x="608697" y="639228"/>
                  </a:lnTo>
                  <a:lnTo>
                    <a:pt x="639228" y="608697"/>
                  </a:lnTo>
                  <a:lnTo>
                    <a:pt x="666002" y="574749"/>
                  </a:lnTo>
                  <a:lnTo>
                    <a:pt x="688675" y="537729"/>
                  </a:lnTo>
                  <a:lnTo>
                    <a:pt x="706906" y="497977"/>
                  </a:lnTo>
                  <a:lnTo>
                    <a:pt x="720352" y="455837"/>
                  </a:lnTo>
                  <a:lnTo>
                    <a:pt x="728671" y="411650"/>
                  </a:lnTo>
                  <a:lnTo>
                    <a:pt x="731520" y="365760"/>
                  </a:lnTo>
                  <a:lnTo>
                    <a:pt x="728671" y="319869"/>
                  </a:lnTo>
                  <a:lnTo>
                    <a:pt x="720352" y="275682"/>
                  </a:lnTo>
                  <a:lnTo>
                    <a:pt x="706906" y="233542"/>
                  </a:lnTo>
                  <a:lnTo>
                    <a:pt x="688675" y="193790"/>
                  </a:lnTo>
                  <a:lnTo>
                    <a:pt x="666002" y="156770"/>
                  </a:lnTo>
                  <a:lnTo>
                    <a:pt x="639228" y="122822"/>
                  </a:lnTo>
                  <a:lnTo>
                    <a:pt x="608697" y="92291"/>
                  </a:lnTo>
                  <a:lnTo>
                    <a:pt x="574749" y="65517"/>
                  </a:lnTo>
                  <a:lnTo>
                    <a:pt x="537729" y="42844"/>
                  </a:lnTo>
                  <a:lnTo>
                    <a:pt x="497977" y="24613"/>
                  </a:lnTo>
                  <a:lnTo>
                    <a:pt x="455837" y="11167"/>
                  </a:lnTo>
                  <a:lnTo>
                    <a:pt x="411650" y="284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1F4E9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teacher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25239" y="1828799"/>
              <a:ext cx="365760" cy="36576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629914" y="2491486"/>
            <a:ext cx="894080" cy="375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00" spc="-10" b="1">
                <a:solidFill>
                  <a:srgbClr val="1F4E9E"/>
                </a:solidFill>
                <a:latin typeface="Calibri"/>
                <a:cs typeface="Calibri"/>
              </a:rPr>
              <a:t>Faculty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29914" y="3063748"/>
            <a:ext cx="2178050" cy="1638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94310" marR="5080" indent="-181610">
              <a:lnSpc>
                <a:spcPct val="100000"/>
              </a:lnSpc>
              <a:spcBef>
                <a:spcPts val="95"/>
              </a:spcBef>
              <a:buClr>
                <a:srgbClr val="C00000"/>
              </a:buClr>
              <a:buChar char="•"/>
              <a:tabLst>
                <a:tab pos="195580" algn="l"/>
              </a:tabLst>
            </a:pPr>
            <a:r>
              <a:rPr dirty="0" sz="1850">
                <a:solidFill>
                  <a:srgbClr val="252525"/>
                </a:solidFill>
                <a:latin typeface="Calibri"/>
                <a:cs typeface="Calibri"/>
              </a:rPr>
              <a:t>Mark</a:t>
            </a:r>
            <a:r>
              <a:rPr dirty="0" sz="1850" spc="-7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2525"/>
                </a:solidFill>
                <a:latin typeface="Calibri"/>
                <a:cs typeface="Calibri"/>
              </a:rPr>
              <a:t>attendance</a:t>
            </a:r>
            <a:r>
              <a:rPr dirty="0" sz="185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50" spc="-25">
                <a:solidFill>
                  <a:srgbClr val="252525"/>
                </a:solidFill>
                <a:latin typeface="Calibri"/>
                <a:cs typeface="Calibri"/>
              </a:rPr>
              <a:t>via 	QR</a:t>
            </a:r>
            <a:endParaRPr sz="1850">
              <a:latin typeface="Calibri"/>
              <a:cs typeface="Calibri"/>
            </a:endParaRPr>
          </a:p>
          <a:p>
            <a:pPr marL="194310" indent="-181610">
              <a:lnSpc>
                <a:spcPct val="100000"/>
              </a:lnSpc>
              <a:spcBef>
                <a:spcPts val="800"/>
              </a:spcBef>
              <a:buClr>
                <a:srgbClr val="C00000"/>
              </a:buClr>
              <a:buChar char="•"/>
              <a:tabLst>
                <a:tab pos="194310" algn="l"/>
              </a:tabLst>
            </a:pPr>
            <a:r>
              <a:rPr dirty="0" sz="1850">
                <a:solidFill>
                  <a:srgbClr val="252525"/>
                </a:solidFill>
                <a:latin typeface="Calibri"/>
                <a:cs typeface="Calibri"/>
              </a:rPr>
              <a:t>No</a:t>
            </a:r>
            <a:r>
              <a:rPr dirty="0" sz="185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2525"/>
                </a:solidFill>
                <a:latin typeface="Calibri"/>
                <a:cs typeface="Calibri"/>
              </a:rPr>
              <a:t>paper</a:t>
            </a:r>
            <a:r>
              <a:rPr dirty="0" sz="18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252525"/>
                </a:solidFill>
                <a:latin typeface="Calibri"/>
                <a:cs typeface="Calibri"/>
              </a:rPr>
              <a:t>registers</a:t>
            </a:r>
            <a:endParaRPr sz="1850">
              <a:latin typeface="Calibri"/>
              <a:cs typeface="Calibri"/>
            </a:endParaRPr>
          </a:p>
          <a:p>
            <a:pPr marL="194310" marR="458470" indent="-181610">
              <a:lnSpc>
                <a:spcPct val="100000"/>
              </a:lnSpc>
              <a:spcBef>
                <a:spcPts val="800"/>
              </a:spcBef>
              <a:buClr>
                <a:srgbClr val="C00000"/>
              </a:buClr>
              <a:buChar char="•"/>
              <a:tabLst>
                <a:tab pos="195580" algn="l"/>
              </a:tabLst>
            </a:pPr>
            <a:r>
              <a:rPr dirty="0" sz="1850" spc="-20">
                <a:solidFill>
                  <a:srgbClr val="252525"/>
                </a:solidFill>
                <a:latin typeface="Calibri"/>
                <a:cs typeface="Calibri"/>
              </a:rPr>
              <a:t>Auto-</a:t>
            </a:r>
            <a:r>
              <a:rPr dirty="0" sz="1850" spc="-10">
                <a:solidFill>
                  <a:srgbClr val="252525"/>
                </a:solidFill>
                <a:latin typeface="Calibri"/>
                <a:cs typeface="Calibri"/>
              </a:rPr>
              <a:t>generated 	reports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187440" y="1463039"/>
            <a:ext cx="2542540" cy="3383279"/>
            <a:chOff x="6187440" y="1463039"/>
            <a:chExt cx="2542540" cy="3383279"/>
          </a:xfrm>
        </p:grpSpPr>
        <p:sp>
          <p:nvSpPr>
            <p:cNvPr id="19" name="object 19"/>
            <p:cNvSpPr/>
            <p:nvPr/>
          </p:nvSpPr>
          <p:spPr>
            <a:xfrm>
              <a:off x="6187440" y="1463039"/>
              <a:ext cx="2542540" cy="3383279"/>
            </a:xfrm>
            <a:custGeom>
              <a:avLst/>
              <a:gdLst/>
              <a:ahLst/>
              <a:cxnLst/>
              <a:rect l="l" t="t" r="r" b="b"/>
              <a:pathLst>
                <a:path w="2542540" h="3383279">
                  <a:moveTo>
                    <a:pt x="2414905" y="0"/>
                  </a:moveTo>
                  <a:lnTo>
                    <a:pt x="127127" y="0"/>
                  </a:lnTo>
                  <a:lnTo>
                    <a:pt x="77634" y="9987"/>
                  </a:lnTo>
                  <a:lnTo>
                    <a:pt x="37226" y="37226"/>
                  </a:lnTo>
                  <a:lnTo>
                    <a:pt x="9987" y="77634"/>
                  </a:lnTo>
                  <a:lnTo>
                    <a:pt x="0" y="127126"/>
                  </a:lnTo>
                  <a:lnTo>
                    <a:pt x="0" y="3256153"/>
                  </a:lnTo>
                  <a:lnTo>
                    <a:pt x="9987" y="3305645"/>
                  </a:lnTo>
                  <a:lnTo>
                    <a:pt x="37226" y="3346053"/>
                  </a:lnTo>
                  <a:lnTo>
                    <a:pt x="77634" y="3373292"/>
                  </a:lnTo>
                  <a:lnTo>
                    <a:pt x="127127" y="3383279"/>
                  </a:lnTo>
                  <a:lnTo>
                    <a:pt x="2414905" y="3383279"/>
                  </a:lnTo>
                  <a:lnTo>
                    <a:pt x="2464397" y="3373292"/>
                  </a:lnTo>
                  <a:lnTo>
                    <a:pt x="2504805" y="3346053"/>
                  </a:lnTo>
                  <a:lnTo>
                    <a:pt x="2532044" y="3305645"/>
                  </a:lnTo>
                  <a:lnTo>
                    <a:pt x="2542032" y="3256153"/>
                  </a:lnTo>
                  <a:lnTo>
                    <a:pt x="2542032" y="127126"/>
                  </a:lnTo>
                  <a:lnTo>
                    <a:pt x="2532044" y="77634"/>
                  </a:lnTo>
                  <a:lnTo>
                    <a:pt x="2504805" y="37226"/>
                  </a:lnTo>
                  <a:lnTo>
                    <a:pt x="2464397" y="9987"/>
                  </a:lnTo>
                  <a:lnTo>
                    <a:pt x="2414905" y="0"/>
                  </a:lnTo>
                  <a:close/>
                </a:path>
              </a:pathLst>
            </a:custGeom>
            <a:solidFill>
              <a:srgbClr val="E6F5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370320" y="164591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60" y="0"/>
                  </a:moveTo>
                  <a:lnTo>
                    <a:pt x="319869" y="2848"/>
                  </a:lnTo>
                  <a:lnTo>
                    <a:pt x="275682" y="11167"/>
                  </a:lnTo>
                  <a:lnTo>
                    <a:pt x="233542" y="24613"/>
                  </a:lnTo>
                  <a:lnTo>
                    <a:pt x="193790" y="42844"/>
                  </a:lnTo>
                  <a:lnTo>
                    <a:pt x="156770" y="65517"/>
                  </a:lnTo>
                  <a:lnTo>
                    <a:pt x="122822" y="92291"/>
                  </a:lnTo>
                  <a:lnTo>
                    <a:pt x="92291" y="122822"/>
                  </a:lnTo>
                  <a:lnTo>
                    <a:pt x="65517" y="156770"/>
                  </a:lnTo>
                  <a:lnTo>
                    <a:pt x="42844" y="193790"/>
                  </a:lnTo>
                  <a:lnTo>
                    <a:pt x="24613" y="233542"/>
                  </a:lnTo>
                  <a:lnTo>
                    <a:pt x="11167" y="275682"/>
                  </a:lnTo>
                  <a:lnTo>
                    <a:pt x="2848" y="319869"/>
                  </a:lnTo>
                  <a:lnTo>
                    <a:pt x="0" y="365760"/>
                  </a:lnTo>
                  <a:lnTo>
                    <a:pt x="2848" y="411650"/>
                  </a:lnTo>
                  <a:lnTo>
                    <a:pt x="11167" y="455837"/>
                  </a:lnTo>
                  <a:lnTo>
                    <a:pt x="24613" y="497977"/>
                  </a:lnTo>
                  <a:lnTo>
                    <a:pt x="42844" y="537729"/>
                  </a:lnTo>
                  <a:lnTo>
                    <a:pt x="65517" y="574749"/>
                  </a:lnTo>
                  <a:lnTo>
                    <a:pt x="92291" y="608697"/>
                  </a:lnTo>
                  <a:lnTo>
                    <a:pt x="122822" y="639228"/>
                  </a:lnTo>
                  <a:lnTo>
                    <a:pt x="156770" y="666002"/>
                  </a:lnTo>
                  <a:lnTo>
                    <a:pt x="193790" y="688675"/>
                  </a:lnTo>
                  <a:lnTo>
                    <a:pt x="233542" y="706906"/>
                  </a:lnTo>
                  <a:lnTo>
                    <a:pt x="275682" y="720352"/>
                  </a:lnTo>
                  <a:lnTo>
                    <a:pt x="319869" y="728671"/>
                  </a:lnTo>
                  <a:lnTo>
                    <a:pt x="365760" y="731520"/>
                  </a:lnTo>
                  <a:lnTo>
                    <a:pt x="411650" y="728671"/>
                  </a:lnTo>
                  <a:lnTo>
                    <a:pt x="455837" y="720352"/>
                  </a:lnTo>
                  <a:lnTo>
                    <a:pt x="497977" y="706906"/>
                  </a:lnTo>
                  <a:lnTo>
                    <a:pt x="537729" y="688675"/>
                  </a:lnTo>
                  <a:lnTo>
                    <a:pt x="574749" y="666002"/>
                  </a:lnTo>
                  <a:lnTo>
                    <a:pt x="608697" y="639228"/>
                  </a:lnTo>
                  <a:lnTo>
                    <a:pt x="639228" y="608697"/>
                  </a:lnTo>
                  <a:lnTo>
                    <a:pt x="666002" y="574749"/>
                  </a:lnTo>
                  <a:lnTo>
                    <a:pt x="688675" y="537729"/>
                  </a:lnTo>
                  <a:lnTo>
                    <a:pt x="706906" y="497977"/>
                  </a:lnTo>
                  <a:lnTo>
                    <a:pt x="720352" y="455837"/>
                  </a:lnTo>
                  <a:lnTo>
                    <a:pt x="728671" y="411650"/>
                  </a:lnTo>
                  <a:lnTo>
                    <a:pt x="731520" y="365760"/>
                  </a:lnTo>
                  <a:lnTo>
                    <a:pt x="728671" y="319869"/>
                  </a:lnTo>
                  <a:lnTo>
                    <a:pt x="720352" y="275682"/>
                  </a:lnTo>
                  <a:lnTo>
                    <a:pt x="706906" y="233542"/>
                  </a:lnTo>
                  <a:lnTo>
                    <a:pt x="688675" y="193790"/>
                  </a:lnTo>
                  <a:lnTo>
                    <a:pt x="666002" y="156770"/>
                  </a:lnTo>
                  <a:lnTo>
                    <a:pt x="639228" y="122822"/>
                  </a:lnTo>
                  <a:lnTo>
                    <a:pt x="608697" y="92291"/>
                  </a:lnTo>
                  <a:lnTo>
                    <a:pt x="574749" y="65517"/>
                  </a:lnTo>
                  <a:lnTo>
                    <a:pt x="537729" y="42844"/>
                  </a:lnTo>
                  <a:lnTo>
                    <a:pt x="497977" y="24613"/>
                  </a:lnTo>
                  <a:lnTo>
                    <a:pt x="455837" y="11167"/>
                  </a:lnTo>
                  <a:lnTo>
                    <a:pt x="411650" y="284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0F8F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university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53200" y="1828799"/>
              <a:ext cx="365759" cy="36576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6358128" y="2491486"/>
            <a:ext cx="1846580" cy="375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00" b="1">
                <a:solidFill>
                  <a:srgbClr val="0F8F79"/>
                </a:solidFill>
                <a:latin typeface="Calibri"/>
                <a:cs typeface="Calibri"/>
              </a:rPr>
              <a:t>HODs</a:t>
            </a:r>
            <a:r>
              <a:rPr dirty="0" sz="2300" spc="-15" b="1">
                <a:solidFill>
                  <a:srgbClr val="0F8F79"/>
                </a:solidFill>
                <a:latin typeface="Calibri"/>
                <a:cs typeface="Calibri"/>
              </a:rPr>
              <a:t> </a:t>
            </a:r>
            <a:r>
              <a:rPr dirty="0" sz="2300" b="1">
                <a:solidFill>
                  <a:srgbClr val="0F8F79"/>
                </a:solidFill>
                <a:latin typeface="Calibri"/>
                <a:cs typeface="Calibri"/>
              </a:rPr>
              <a:t>&amp; </a:t>
            </a:r>
            <a:r>
              <a:rPr dirty="0" sz="2300" spc="-10" b="1">
                <a:solidFill>
                  <a:srgbClr val="0F8F79"/>
                </a:solidFill>
                <a:latin typeface="Calibri"/>
                <a:cs typeface="Calibri"/>
              </a:rPr>
              <a:t>Admin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58128" y="2962097"/>
            <a:ext cx="2154555" cy="1175385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894"/>
              </a:spcBef>
              <a:buClr>
                <a:srgbClr val="C00000"/>
              </a:buClr>
              <a:buChar char="•"/>
              <a:tabLst>
                <a:tab pos="194310" algn="l"/>
              </a:tabLst>
            </a:pPr>
            <a:r>
              <a:rPr dirty="0" sz="1850">
                <a:solidFill>
                  <a:srgbClr val="252525"/>
                </a:solidFill>
                <a:latin typeface="Calibri"/>
                <a:cs typeface="Calibri"/>
              </a:rPr>
              <a:t>Monitor</a:t>
            </a:r>
            <a:r>
              <a:rPr dirty="0" sz="185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2525"/>
                </a:solidFill>
                <a:latin typeface="Calibri"/>
                <a:cs typeface="Calibri"/>
              </a:rPr>
              <a:t>all</a:t>
            </a:r>
            <a:r>
              <a:rPr dirty="0" sz="18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252525"/>
                </a:solidFill>
                <a:latin typeface="Calibri"/>
                <a:cs typeface="Calibri"/>
              </a:rPr>
              <a:t>classes</a:t>
            </a:r>
            <a:endParaRPr sz="1850">
              <a:latin typeface="Calibri"/>
              <a:cs typeface="Calibri"/>
            </a:endParaRPr>
          </a:p>
          <a:p>
            <a:pPr marL="194310" indent="-181610">
              <a:lnSpc>
                <a:spcPct val="100000"/>
              </a:lnSpc>
              <a:spcBef>
                <a:spcPts val="800"/>
              </a:spcBef>
              <a:buClr>
                <a:srgbClr val="C00000"/>
              </a:buClr>
              <a:buChar char="•"/>
              <a:tabLst>
                <a:tab pos="194310" algn="l"/>
              </a:tabLst>
            </a:pPr>
            <a:r>
              <a:rPr dirty="0" sz="1850">
                <a:solidFill>
                  <a:srgbClr val="252525"/>
                </a:solidFill>
                <a:latin typeface="Calibri"/>
                <a:cs typeface="Calibri"/>
              </a:rPr>
              <a:t>Spot</a:t>
            </a:r>
            <a:r>
              <a:rPr dirty="0" sz="1850" spc="-6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2525"/>
                </a:solidFill>
                <a:latin typeface="Calibri"/>
                <a:cs typeface="Calibri"/>
              </a:rPr>
              <a:t>shortages</a:t>
            </a:r>
            <a:r>
              <a:rPr dirty="0" sz="185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252525"/>
                </a:solidFill>
                <a:latin typeface="Calibri"/>
                <a:cs typeface="Calibri"/>
              </a:rPr>
              <a:t>early</a:t>
            </a:r>
            <a:endParaRPr sz="1850">
              <a:latin typeface="Calibri"/>
              <a:cs typeface="Calibri"/>
            </a:endParaRPr>
          </a:p>
          <a:p>
            <a:pPr marL="194310" indent="-181610">
              <a:lnSpc>
                <a:spcPct val="100000"/>
              </a:lnSpc>
              <a:spcBef>
                <a:spcPts val="800"/>
              </a:spcBef>
              <a:buClr>
                <a:srgbClr val="C00000"/>
              </a:buClr>
              <a:buChar char="•"/>
              <a:tabLst>
                <a:tab pos="194310" algn="l"/>
              </a:tabLst>
            </a:pPr>
            <a:r>
              <a:rPr dirty="0" sz="1850">
                <a:solidFill>
                  <a:srgbClr val="252525"/>
                </a:solidFill>
                <a:latin typeface="Calibri"/>
                <a:cs typeface="Calibri"/>
              </a:rPr>
              <a:t>Plan</a:t>
            </a:r>
            <a:r>
              <a:rPr dirty="0" sz="185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2525"/>
                </a:solidFill>
                <a:latin typeface="Calibri"/>
                <a:cs typeface="Calibri"/>
              </a:rPr>
              <a:t>using</a:t>
            </a:r>
            <a:r>
              <a:rPr dirty="0" sz="1850" spc="-20">
                <a:solidFill>
                  <a:srgbClr val="252525"/>
                </a:solidFill>
                <a:latin typeface="Calibri"/>
                <a:cs typeface="Calibri"/>
              </a:rPr>
              <a:t> data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915400" y="1463039"/>
            <a:ext cx="2542540" cy="3383279"/>
            <a:chOff x="8915400" y="1463039"/>
            <a:chExt cx="2542540" cy="3383279"/>
          </a:xfrm>
        </p:grpSpPr>
        <p:sp>
          <p:nvSpPr>
            <p:cNvPr id="25" name="object 25"/>
            <p:cNvSpPr/>
            <p:nvPr/>
          </p:nvSpPr>
          <p:spPr>
            <a:xfrm>
              <a:off x="8915400" y="1463039"/>
              <a:ext cx="2542540" cy="3383279"/>
            </a:xfrm>
            <a:custGeom>
              <a:avLst/>
              <a:gdLst/>
              <a:ahLst/>
              <a:cxnLst/>
              <a:rect l="l" t="t" r="r" b="b"/>
              <a:pathLst>
                <a:path w="2542540" h="3383279">
                  <a:moveTo>
                    <a:pt x="2414905" y="0"/>
                  </a:moveTo>
                  <a:lnTo>
                    <a:pt x="127127" y="0"/>
                  </a:lnTo>
                  <a:lnTo>
                    <a:pt x="77634" y="9987"/>
                  </a:lnTo>
                  <a:lnTo>
                    <a:pt x="37226" y="37226"/>
                  </a:lnTo>
                  <a:lnTo>
                    <a:pt x="9987" y="77634"/>
                  </a:lnTo>
                  <a:lnTo>
                    <a:pt x="0" y="127126"/>
                  </a:lnTo>
                  <a:lnTo>
                    <a:pt x="0" y="3256153"/>
                  </a:lnTo>
                  <a:lnTo>
                    <a:pt x="9987" y="3305645"/>
                  </a:lnTo>
                  <a:lnTo>
                    <a:pt x="37226" y="3346053"/>
                  </a:lnTo>
                  <a:lnTo>
                    <a:pt x="77634" y="3373292"/>
                  </a:lnTo>
                  <a:lnTo>
                    <a:pt x="127127" y="3383279"/>
                  </a:lnTo>
                  <a:lnTo>
                    <a:pt x="2414905" y="3383279"/>
                  </a:lnTo>
                  <a:lnTo>
                    <a:pt x="2464397" y="3373292"/>
                  </a:lnTo>
                  <a:lnTo>
                    <a:pt x="2504805" y="3346053"/>
                  </a:lnTo>
                  <a:lnTo>
                    <a:pt x="2532044" y="3305645"/>
                  </a:lnTo>
                  <a:lnTo>
                    <a:pt x="2542032" y="3256153"/>
                  </a:lnTo>
                  <a:lnTo>
                    <a:pt x="2542032" y="127126"/>
                  </a:lnTo>
                  <a:lnTo>
                    <a:pt x="2532044" y="77634"/>
                  </a:lnTo>
                  <a:lnTo>
                    <a:pt x="2504805" y="37226"/>
                  </a:lnTo>
                  <a:lnTo>
                    <a:pt x="2464397" y="9987"/>
                  </a:lnTo>
                  <a:lnTo>
                    <a:pt x="2414905" y="0"/>
                  </a:lnTo>
                  <a:close/>
                </a:path>
              </a:pathLst>
            </a:custGeom>
            <a:solidFill>
              <a:srgbClr val="FFF3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098279" y="164591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60" y="0"/>
                  </a:moveTo>
                  <a:lnTo>
                    <a:pt x="319869" y="2848"/>
                  </a:lnTo>
                  <a:lnTo>
                    <a:pt x="275682" y="11167"/>
                  </a:lnTo>
                  <a:lnTo>
                    <a:pt x="233542" y="24613"/>
                  </a:lnTo>
                  <a:lnTo>
                    <a:pt x="193790" y="42844"/>
                  </a:lnTo>
                  <a:lnTo>
                    <a:pt x="156770" y="65517"/>
                  </a:lnTo>
                  <a:lnTo>
                    <a:pt x="122822" y="92291"/>
                  </a:lnTo>
                  <a:lnTo>
                    <a:pt x="92291" y="122822"/>
                  </a:lnTo>
                  <a:lnTo>
                    <a:pt x="65517" y="156770"/>
                  </a:lnTo>
                  <a:lnTo>
                    <a:pt x="42844" y="193790"/>
                  </a:lnTo>
                  <a:lnTo>
                    <a:pt x="24613" y="233542"/>
                  </a:lnTo>
                  <a:lnTo>
                    <a:pt x="11167" y="275682"/>
                  </a:lnTo>
                  <a:lnTo>
                    <a:pt x="2848" y="319869"/>
                  </a:lnTo>
                  <a:lnTo>
                    <a:pt x="0" y="365760"/>
                  </a:lnTo>
                  <a:lnTo>
                    <a:pt x="2848" y="411650"/>
                  </a:lnTo>
                  <a:lnTo>
                    <a:pt x="11167" y="455837"/>
                  </a:lnTo>
                  <a:lnTo>
                    <a:pt x="24613" y="497977"/>
                  </a:lnTo>
                  <a:lnTo>
                    <a:pt x="42844" y="537729"/>
                  </a:lnTo>
                  <a:lnTo>
                    <a:pt x="65517" y="574749"/>
                  </a:lnTo>
                  <a:lnTo>
                    <a:pt x="92291" y="608697"/>
                  </a:lnTo>
                  <a:lnTo>
                    <a:pt x="122822" y="639228"/>
                  </a:lnTo>
                  <a:lnTo>
                    <a:pt x="156770" y="666002"/>
                  </a:lnTo>
                  <a:lnTo>
                    <a:pt x="193790" y="688675"/>
                  </a:lnTo>
                  <a:lnTo>
                    <a:pt x="233542" y="706906"/>
                  </a:lnTo>
                  <a:lnTo>
                    <a:pt x="275682" y="720352"/>
                  </a:lnTo>
                  <a:lnTo>
                    <a:pt x="319869" y="728671"/>
                  </a:lnTo>
                  <a:lnTo>
                    <a:pt x="365760" y="731520"/>
                  </a:lnTo>
                  <a:lnTo>
                    <a:pt x="411650" y="728671"/>
                  </a:lnTo>
                  <a:lnTo>
                    <a:pt x="455837" y="720352"/>
                  </a:lnTo>
                  <a:lnTo>
                    <a:pt x="497977" y="706906"/>
                  </a:lnTo>
                  <a:lnTo>
                    <a:pt x="537729" y="688675"/>
                  </a:lnTo>
                  <a:lnTo>
                    <a:pt x="574749" y="666002"/>
                  </a:lnTo>
                  <a:lnTo>
                    <a:pt x="608697" y="639228"/>
                  </a:lnTo>
                  <a:lnTo>
                    <a:pt x="639228" y="608697"/>
                  </a:lnTo>
                  <a:lnTo>
                    <a:pt x="666002" y="574749"/>
                  </a:lnTo>
                  <a:lnTo>
                    <a:pt x="688675" y="537729"/>
                  </a:lnTo>
                  <a:lnTo>
                    <a:pt x="706906" y="497977"/>
                  </a:lnTo>
                  <a:lnTo>
                    <a:pt x="720352" y="455837"/>
                  </a:lnTo>
                  <a:lnTo>
                    <a:pt x="728671" y="411650"/>
                  </a:lnTo>
                  <a:lnTo>
                    <a:pt x="731520" y="365760"/>
                  </a:lnTo>
                  <a:lnTo>
                    <a:pt x="728671" y="319869"/>
                  </a:lnTo>
                  <a:lnTo>
                    <a:pt x="720352" y="275682"/>
                  </a:lnTo>
                  <a:lnTo>
                    <a:pt x="706906" y="233542"/>
                  </a:lnTo>
                  <a:lnTo>
                    <a:pt x="688675" y="193790"/>
                  </a:lnTo>
                  <a:lnTo>
                    <a:pt x="666002" y="156770"/>
                  </a:lnTo>
                  <a:lnTo>
                    <a:pt x="639228" y="122822"/>
                  </a:lnTo>
                  <a:lnTo>
                    <a:pt x="608697" y="92291"/>
                  </a:lnTo>
                  <a:lnTo>
                    <a:pt x="574749" y="65517"/>
                  </a:lnTo>
                  <a:lnTo>
                    <a:pt x="537729" y="42844"/>
                  </a:lnTo>
                  <a:lnTo>
                    <a:pt x="497977" y="24613"/>
                  </a:lnTo>
                  <a:lnTo>
                    <a:pt x="455837" y="11167"/>
                  </a:lnTo>
                  <a:lnTo>
                    <a:pt x="411650" y="284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C677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users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81159" y="1828799"/>
              <a:ext cx="365759" cy="36576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9086342" y="2491486"/>
            <a:ext cx="949960" cy="375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00" spc="-10" b="1">
                <a:solidFill>
                  <a:srgbClr val="C67700"/>
                </a:solidFill>
                <a:latin typeface="Calibri"/>
                <a:cs typeface="Calibri"/>
              </a:rPr>
              <a:t>Parents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086342" y="3063748"/>
            <a:ext cx="2109470" cy="9728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93675" marR="5080" indent="-181610">
              <a:lnSpc>
                <a:spcPct val="100000"/>
              </a:lnSpc>
              <a:spcBef>
                <a:spcPts val="95"/>
              </a:spcBef>
              <a:buClr>
                <a:srgbClr val="C00000"/>
              </a:buClr>
              <a:buChar char="•"/>
              <a:tabLst>
                <a:tab pos="194945" algn="l"/>
              </a:tabLst>
            </a:pPr>
            <a:r>
              <a:rPr dirty="0" sz="1850">
                <a:solidFill>
                  <a:srgbClr val="252525"/>
                </a:solidFill>
                <a:latin typeface="Calibri"/>
                <a:cs typeface="Calibri"/>
              </a:rPr>
              <a:t>Get</a:t>
            </a:r>
            <a:r>
              <a:rPr dirty="0" sz="185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252525"/>
                </a:solidFill>
                <a:latin typeface="Calibri"/>
                <a:cs typeface="Calibri"/>
              </a:rPr>
              <a:t>low-attendance 	updates</a:t>
            </a:r>
            <a:endParaRPr sz="1850">
              <a:latin typeface="Calibri"/>
              <a:cs typeface="Calibri"/>
            </a:endParaRPr>
          </a:p>
          <a:p>
            <a:pPr marL="194310" indent="-181610">
              <a:lnSpc>
                <a:spcPct val="100000"/>
              </a:lnSpc>
              <a:spcBef>
                <a:spcPts val="800"/>
              </a:spcBef>
              <a:buClr>
                <a:srgbClr val="C00000"/>
              </a:buClr>
              <a:buChar char="•"/>
              <a:tabLst>
                <a:tab pos="194310" algn="l"/>
              </a:tabLst>
            </a:pPr>
            <a:r>
              <a:rPr dirty="0" sz="1850">
                <a:solidFill>
                  <a:srgbClr val="252525"/>
                </a:solidFill>
                <a:latin typeface="Calibri"/>
                <a:cs typeface="Calibri"/>
              </a:rPr>
              <a:t>Stay</a:t>
            </a:r>
            <a:r>
              <a:rPr dirty="0" sz="18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252525"/>
                </a:solidFill>
                <a:latin typeface="Calibri"/>
                <a:cs typeface="Calibri"/>
              </a:rPr>
              <a:t>informed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31519" y="5074920"/>
            <a:ext cx="10726420" cy="822960"/>
          </a:xfrm>
          <a:custGeom>
            <a:avLst/>
            <a:gdLst/>
            <a:ahLst/>
            <a:cxnLst/>
            <a:rect l="l" t="t" r="r" b="b"/>
            <a:pathLst>
              <a:path w="10726420" h="822960">
                <a:moveTo>
                  <a:pt x="10684764" y="0"/>
                </a:moveTo>
                <a:lnTo>
                  <a:pt x="41148" y="0"/>
                </a:lnTo>
                <a:lnTo>
                  <a:pt x="25133" y="3232"/>
                </a:lnTo>
                <a:lnTo>
                  <a:pt x="12053" y="12049"/>
                </a:lnTo>
                <a:lnTo>
                  <a:pt x="3234" y="25128"/>
                </a:lnTo>
                <a:lnTo>
                  <a:pt x="0" y="41147"/>
                </a:lnTo>
                <a:lnTo>
                  <a:pt x="0" y="781811"/>
                </a:lnTo>
                <a:lnTo>
                  <a:pt x="3234" y="797826"/>
                </a:lnTo>
                <a:lnTo>
                  <a:pt x="12053" y="810906"/>
                </a:lnTo>
                <a:lnTo>
                  <a:pt x="25133" y="819725"/>
                </a:lnTo>
                <a:lnTo>
                  <a:pt x="41148" y="822959"/>
                </a:lnTo>
                <a:lnTo>
                  <a:pt x="10684764" y="822959"/>
                </a:lnTo>
                <a:lnTo>
                  <a:pt x="10700783" y="819725"/>
                </a:lnTo>
                <a:lnTo>
                  <a:pt x="10713862" y="810906"/>
                </a:lnTo>
                <a:lnTo>
                  <a:pt x="10722679" y="797826"/>
                </a:lnTo>
                <a:lnTo>
                  <a:pt x="10725912" y="781811"/>
                </a:lnTo>
                <a:lnTo>
                  <a:pt x="10725912" y="41147"/>
                </a:lnTo>
                <a:lnTo>
                  <a:pt x="10722679" y="25128"/>
                </a:lnTo>
                <a:lnTo>
                  <a:pt x="10713862" y="12049"/>
                </a:lnTo>
                <a:lnTo>
                  <a:pt x="10700783" y="3232"/>
                </a:lnTo>
                <a:lnTo>
                  <a:pt x="1068476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959611" y="5280659"/>
            <a:ext cx="5443855" cy="375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00" b="1">
                <a:solidFill>
                  <a:srgbClr val="FFFFFF"/>
                </a:solidFill>
                <a:latin typeface="Calibri"/>
                <a:cs typeface="Calibri"/>
              </a:rPr>
              <a:t>Primary</a:t>
            </a:r>
            <a:r>
              <a:rPr dirty="0" sz="23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00" b="1">
                <a:solidFill>
                  <a:srgbClr val="FFFFFF"/>
                </a:solidFill>
                <a:latin typeface="Calibri"/>
                <a:cs typeface="Calibri"/>
              </a:rPr>
              <a:t>customers:</a:t>
            </a:r>
            <a:r>
              <a:rPr dirty="0" sz="2300" spc="4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FFFFFF"/>
                </a:solidFill>
                <a:latin typeface="Calibri"/>
                <a:cs typeface="Calibri"/>
              </a:rPr>
              <a:t>Colleges</a:t>
            </a:r>
            <a:r>
              <a:rPr dirty="0" sz="23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3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FFFFFF"/>
                </a:solidFill>
                <a:latin typeface="Calibri"/>
                <a:cs typeface="Calibri"/>
              </a:rPr>
              <a:t>universities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095" y="6214871"/>
            <a:ext cx="12205335" cy="650240"/>
            <a:chOff x="-6095" y="6214871"/>
            <a:chExt cx="12205335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285"/>
                  </a:lnTo>
                  <a:lnTo>
                    <a:pt x="12192000" y="63728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81" y="6221348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285"/>
                  </a:moveTo>
                  <a:lnTo>
                    <a:pt x="12192000" y="63728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285"/>
                  </a:lnTo>
                  <a:close/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55"/>
              <a:t>DTIE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1126489" y="6381986"/>
            <a:ext cx="145415" cy="290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|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114"/>
              <a:t>Department</a:t>
            </a:r>
            <a:r>
              <a:rPr dirty="0" spc="-190"/>
              <a:t> </a:t>
            </a:r>
            <a:r>
              <a:rPr dirty="0" spc="-55"/>
              <a:t>of</a:t>
            </a:r>
            <a:r>
              <a:rPr dirty="0" spc="-185"/>
              <a:t> </a:t>
            </a:r>
            <a:r>
              <a:rPr dirty="0" spc="-95"/>
              <a:t>Multi</a:t>
            </a:r>
            <a:r>
              <a:rPr dirty="0" spc="-190"/>
              <a:t> </a:t>
            </a:r>
            <a:r>
              <a:rPr dirty="0" spc="-114"/>
              <a:t>Disciplinary</a:t>
            </a:r>
            <a:r>
              <a:rPr dirty="0" spc="-195"/>
              <a:t> </a:t>
            </a:r>
            <a:r>
              <a:rPr dirty="0" spc="-110"/>
              <a:t>Innovation</a:t>
            </a:r>
            <a:r>
              <a:rPr dirty="0" spc="-190"/>
              <a:t> </a:t>
            </a:r>
            <a:r>
              <a:rPr dirty="0" spc="-20"/>
              <a:t>&amp;</a:t>
            </a:r>
            <a:r>
              <a:rPr dirty="0" spc="-160"/>
              <a:t> </a:t>
            </a:r>
            <a:r>
              <a:rPr dirty="0" spc="-85"/>
              <a:t>Entrepreneurship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90"/>
              <a:t>Competitors</a:t>
            </a:r>
            <a:r>
              <a:rPr dirty="0" spc="-120"/>
              <a:t> </a:t>
            </a:r>
            <a:r>
              <a:rPr dirty="0"/>
              <a:t>/</a:t>
            </a:r>
            <a:r>
              <a:rPr dirty="0" spc="-105"/>
              <a:t> </a:t>
            </a:r>
            <a:r>
              <a:rPr dirty="0" spc="-50"/>
              <a:t>Benchmarks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31519" y="1371600"/>
          <a:ext cx="10802620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59710"/>
                <a:gridCol w="2334260"/>
                <a:gridCol w="2952114"/>
                <a:gridCol w="2679065"/>
              </a:tblGrid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Features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67945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44069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Manual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67945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39243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Biometric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67945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9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Our</a:t>
                      </a:r>
                      <a:r>
                        <a:rPr dirty="0" sz="190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67945">
                    <a:solidFill>
                      <a:srgbClr val="C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900" spc="-1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Attendance</a:t>
                      </a:r>
                      <a:r>
                        <a:rPr dirty="0" sz="1900" spc="-25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1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marking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6794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4069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90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Manual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6794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9243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90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Automated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6794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900" spc="-1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Automated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67945">
                    <a:solidFill>
                      <a:srgbClr val="FCEB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900" spc="-1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Hardware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6794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44069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90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Register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6794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39243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9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Biometric</a:t>
                      </a:r>
                      <a:r>
                        <a:rPr dirty="0" sz="1900" spc="-1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device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6794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900" spc="-1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Smartphone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67945">
                    <a:solidFill>
                      <a:srgbClr val="FCEB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90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r>
                        <a:rPr dirty="0" sz="1900" spc="-75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attendance</a:t>
                      </a:r>
                      <a:r>
                        <a:rPr dirty="0" sz="1900" spc="-35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1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alerts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6794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4069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9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Usually</a:t>
                      </a:r>
                      <a:r>
                        <a:rPr dirty="0" sz="1900" spc="-6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manual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6794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9243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9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Depends</a:t>
                      </a:r>
                      <a:r>
                        <a:rPr dirty="0" sz="1900" spc="-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900" spc="-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software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6794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900" spc="-25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67945">
                    <a:solidFill>
                      <a:srgbClr val="FCEB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900" spc="-1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Reports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6794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44069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90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Manual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6794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39243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9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Depends</a:t>
                      </a:r>
                      <a:r>
                        <a:rPr dirty="0" sz="1900" spc="-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900" spc="-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software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6794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900" spc="-1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Automatic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67945">
                    <a:solidFill>
                      <a:srgbClr val="FCEB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90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Setup</a:t>
                      </a:r>
                      <a:r>
                        <a:rPr dirty="0" sz="1900" spc="-5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2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cost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6794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4069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900" spc="-2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6794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9243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9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Can</a:t>
                      </a:r>
                      <a:r>
                        <a:rPr dirty="0" sz="1900" spc="-2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be</a:t>
                      </a:r>
                      <a:r>
                        <a:rPr dirty="0" sz="1900" spc="-1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2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6794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90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Expected</a:t>
                      </a:r>
                      <a:r>
                        <a:rPr dirty="0" sz="1900" spc="-45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900" spc="-4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be</a:t>
                      </a:r>
                      <a:r>
                        <a:rPr dirty="0" sz="1900" spc="-45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25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67945">
                    <a:solidFill>
                      <a:srgbClr val="FCEBEB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18819" y="4313682"/>
            <a:ext cx="3632835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50" b="1">
                <a:solidFill>
                  <a:srgbClr val="C00000"/>
                </a:solidFill>
                <a:latin typeface="Calibri"/>
                <a:cs typeface="Calibri"/>
              </a:rPr>
              <a:t>What</a:t>
            </a:r>
            <a:r>
              <a:rPr dirty="0" sz="215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150" b="1">
                <a:solidFill>
                  <a:srgbClr val="C00000"/>
                </a:solidFill>
                <a:latin typeface="Calibri"/>
                <a:cs typeface="Calibri"/>
              </a:rPr>
              <a:t>makes</a:t>
            </a:r>
            <a:r>
              <a:rPr dirty="0" sz="2150" spc="-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150" b="1">
                <a:solidFill>
                  <a:srgbClr val="C00000"/>
                </a:solidFill>
                <a:latin typeface="Calibri"/>
                <a:cs typeface="Calibri"/>
              </a:rPr>
              <a:t>our</a:t>
            </a:r>
            <a:r>
              <a:rPr dirty="0" sz="215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150" b="1">
                <a:solidFill>
                  <a:srgbClr val="C00000"/>
                </a:solidFill>
                <a:latin typeface="Calibri"/>
                <a:cs typeface="Calibri"/>
              </a:rPr>
              <a:t>idea</a:t>
            </a:r>
            <a:r>
              <a:rPr dirty="0" sz="215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150" spc="-10" b="1">
                <a:solidFill>
                  <a:srgbClr val="C00000"/>
                </a:solidFill>
                <a:latin typeface="Calibri"/>
                <a:cs typeface="Calibri"/>
              </a:rPr>
              <a:t>different?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31519" y="4846320"/>
            <a:ext cx="2468880" cy="822960"/>
          </a:xfrm>
          <a:custGeom>
            <a:avLst/>
            <a:gdLst/>
            <a:ahLst/>
            <a:cxnLst/>
            <a:rect l="l" t="t" r="r" b="b"/>
            <a:pathLst>
              <a:path w="2468880" h="822960">
                <a:moveTo>
                  <a:pt x="2427732" y="0"/>
                </a:moveTo>
                <a:lnTo>
                  <a:pt x="41148" y="0"/>
                </a:lnTo>
                <a:lnTo>
                  <a:pt x="25133" y="3232"/>
                </a:lnTo>
                <a:lnTo>
                  <a:pt x="12053" y="12049"/>
                </a:lnTo>
                <a:lnTo>
                  <a:pt x="3234" y="25128"/>
                </a:lnTo>
                <a:lnTo>
                  <a:pt x="0" y="41147"/>
                </a:lnTo>
                <a:lnTo>
                  <a:pt x="0" y="781811"/>
                </a:lnTo>
                <a:lnTo>
                  <a:pt x="3234" y="797826"/>
                </a:lnTo>
                <a:lnTo>
                  <a:pt x="12053" y="810906"/>
                </a:lnTo>
                <a:lnTo>
                  <a:pt x="25133" y="819725"/>
                </a:lnTo>
                <a:lnTo>
                  <a:pt x="41148" y="822959"/>
                </a:lnTo>
                <a:lnTo>
                  <a:pt x="2427732" y="822959"/>
                </a:lnTo>
                <a:lnTo>
                  <a:pt x="2443751" y="819725"/>
                </a:lnTo>
                <a:lnTo>
                  <a:pt x="2456830" y="810906"/>
                </a:lnTo>
                <a:lnTo>
                  <a:pt x="2465647" y="797826"/>
                </a:lnTo>
                <a:lnTo>
                  <a:pt x="2468880" y="781811"/>
                </a:lnTo>
                <a:lnTo>
                  <a:pt x="2468880" y="41147"/>
                </a:lnTo>
                <a:lnTo>
                  <a:pt x="2465647" y="25128"/>
                </a:lnTo>
                <a:lnTo>
                  <a:pt x="2456830" y="12049"/>
                </a:lnTo>
                <a:lnTo>
                  <a:pt x="2443751" y="3232"/>
                </a:lnTo>
                <a:lnTo>
                  <a:pt x="2427732" y="0"/>
                </a:lnTo>
                <a:close/>
              </a:path>
            </a:pathLst>
          </a:custGeom>
          <a:solidFill>
            <a:srgbClr val="FC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339088" y="4940046"/>
            <a:ext cx="1253490" cy="605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150" marR="5080" indent="-45085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C00000"/>
                </a:solidFill>
                <a:latin typeface="Calibri"/>
                <a:cs typeface="Calibri"/>
              </a:rPr>
              <a:t>Dynamic</a:t>
            </a:r>
            <a:r>
              <a:rPr dirty="0" sz="1900" spc="-10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 spc="-25" b="1">
                <a:solidFill>
                  <a:srgbClr val="C00000"/>
                </a:solidFill>
                <a:latin typeface="Calibri"/>
                <a:cs typeface="Calibri"/>
              </a:rPr>
              <a:t>QR </a:t>
            </a:r>
            <a:r>
              <a:rPr dirty="0" sz="1900" spc="-10" b="1">
                <a:solidFill>
                  <a:srgbClr val="C00000"/>
                </a:solidFill>
                <a:latin typeface="Calibri"/>
                <a:cs typeface="Calibri"/>
              </a:rPr>
              <a:t>attendance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483864" y="4846320"/>
            <a:ext cx="2468880" cy="822960"/>
          </a:xfrm>
          <a:custGeom>
            <a:avLst/>
            <a:gdLst/>
            <a:ahLst/>
            <a:cxnLst/>
            <a:rect l="l" t="t" r="r" b="b"/>
            <a:pathLst>
              <a:path w="2468879" h="822960">
                <a:moveTo>
                  <a:pt x="2427732" y="0"/>
                </a:moveTo>
                <a:lnTo>
                  <a:pt x="41148" y="0"/>
                </a:lnTo>
                <a:lnTo>
                  <a:pt x="25128" y="3232"/>
                </a:lnTo>
                <a:lnTo>
                  <a:pt x="12049" y="12049"/>
                </a:lnTo>
                <a:lnTo>
                  <a:pt x="3232" y="25128"/>
                </a:lnTo>
                <a:lnTo>
                  <a:pt x="0" y="41147"/>
                </a:lnTo>
                <a:lnTo>
                  <a:pt x="0" y="781811"/>
                </a:lnTo>
                <a:lnTo>
                  <a:pt x="3232" y="797826"/>
                </a:lnTo>
                <a:lnTo>
                  <a:pt x="12049" y="810906"/>
                </a:lnTo>
                <a:lnTo>
                  <a:pt x="25128" y="819725"/>
                </a:lnTo>
                <a:lnTo>
                  <a:pt x="41148" y="822959"/>
                </a:lnTo>
                <a:lnTo>
                  <a:pt x="2427732" y="822959"/>
                </a:lnTo>
                <a:lnTo>
                  <a:pt x="2443751" y="819725"/>
                </a:lnTo>
                <a:lnTo>
                  <a:pt x="2456830" y="810906"/>
                </a:lnTo>
                <a:lnTo>
                  <a:pt x="2465647" y="797826"/>
                </a:lnTo>
                <a:lnTo>
                  <a:pt x="2468880" y="781811"/>
                </a:lnTo>
                <a:lnTo>
                  <a:pt x="2468880" y="41147"/>
                </a:lnTo>
                <a:lnTo>
                  <a:pt x="2465647" y="25128"/>
                </a:lnTo>
                <a:lnTo>
                  <a:pt x="2456830" y="12049"/>
                </a:lnTo>
                <a:lnTo>
                  <a:pt x="2443751" y="3232"/>
                </a:lnTo>
                <a:lnTo>
                  <a:pt x="2427732" y="0"/>
                </a:lnTo>
                <a:close/>
              </a:path>
            </a:pathLst>
          </a:custGeom>
          <a:solidFill>
            <a:srgbClr val="E8ED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787394" y="5084826"/>
            <a:ext cx="186118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20" b="1">
                <a:solidFill>
                  <a:srgbClr val="1F4E9E"/>
                </a:solidFill>
                <a:latin typeface="Calibri"/>
                <a:cs typeface="Calibri"/>
              </a:rPr>
              <a:t>Real-</a:t>
            </a:r>
            <a:r>
              <a:rPr dirty="0" sz="1900" b="1">
                <a:solidFill>
                  <a:srgbClr val="1F4E9E"/>
                </a:solidFill>
                <a:latin typeface="Calibri"/>
                <a:cs typeface="Calibri"/>
              </a:rPr>
              <a:t>time</a:t>
            </a:r>
            <a:r>
              <a:rPr dirty="0" sz="1900" spc="5" b="1">
                <a:solidFill>
                  <a:srgbClr val="1F4E9E"/>
                </a:solidFill>
                <a:latin typeface="Calibri"/>
                <a:cs typeface="Calibri"/>
              </a:rPr>
              <a:t> </a:t>
            </a:r>
            <a:r>
              <a:rPr dirty="0" sz="1900" spc="-10" b="1">
                <a:solidFill>
                  <a:srgbClr val="1F4E9E"/>
                </a:solidFill>
                <a:latin typeface="Calibri"/>
                <a:cs typeface="Calibri"/>
              </a:rPr>
              <a:t>tracking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236208" y="4846320"/>
            <a:ext cx="2468880" cy="822960"/>
          </a:xfrm>
          <a:custGeom>
            <a:avLst/>
            <a:gdLst/>
            <a:ahLst/>
            <a:cxnLst/>
            <a:rect l="l" t="t" r="r" b="b"/>
            <a:pathLst>
              <a:path w="2468879" h="822960">
                <a:moveTo>
                  <a:pt x="2427732" y="0"/>
                </a:moveTo>
                <a:lnTo>
                  <a:pt x="41148" y="0"/>
                </a:lnTo>
                <a:lnTo>
                  <a:pt x="25128" y="3232"/>
                </a:lnTo>
                <a:lnTo>
                  <a:pt x="12049" y="12049"/>
                </a:lnTo>
                <a:lnTo>
                  <a:pt x="3232" y="25128"/>
                </a:lnTo>
                <a:lnTo>
                  <a:pt x="0" y="41147"/>
                </a:lnTo>
                <a:lnTo>
                  <a:pt x="0" y="781811"/>
                </a:lnTo>
                <a:lnTo>
                  <a:pt x="3232" y="797826"/>
                </a:lnTo>
                <a:lnTo>
                  <a:pt x="12049" y="810906"/>
                </a:lnTo>
                <a:lnTo>
                  <a:pt x="25128" y="819725"/>
                </a:lnTo>
                <a:lnTo>
                  <a:pt x="41148" y="822959"/>
                </a:lnTo>
                <a:lnTo>
                  <a:pt x="2427732" y="822959"/>
                </a:lnTo>
                <a:lnTo>
                  <a:pt x="2443751" y="819725"/>
                </a:lnTo>
                <a:lnTo>
                  <a:pt x="2456830" y="810906"/>
                </a:lnTo>
                <a:lnTo>
                  <a:pt x="2465647" y="797826"/>
                </a:lnTo>
                <a:lnTo>
                  <a:pt x="2468880" y="781811"/>
                </a:lnTo>
                <a:lnTo>
                  <a:pt x="2468880" y="41147"/>
                </a:lnTo>
                <a:lnTo>
                  <a:pt x="2465647" y="25128"/>
                </a:lnTo>
                <a:lnTo>
                  <a:pt x="2456830" y="12049"/>
                </a:lnTo>
                <a:lnTo>
                  <a:pt x="2443751" y="3232"/>
                </a:lnTo>
                <a:lnTo>
                  <a:pt x="2427732" y="0"/>
                </a:lnTo>
                <a:close/>
              </a:path>
            </a:pathLst>
          </a:custGeom>
          <a:solidFill>
            <a:srgbClr val="E6F5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698488" y="5084826"/>
            <a:ext cx="154559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0F8F79"/>
                </a:solidFill>
                <a:latin typeface="Calibri"/>
                <a:cs typeface="Calibri"/>
              </a:rPr>
              <a:t>Shortage</a:t>
            </a:r>
            <a:r>
              <a:rPr dirty="0" sz="1900" spc="-110" b="1">
                <a:solidFill>
                  <a:srgbClr val="0F8F79"/>
                </a:solidFill>
                <a:latin typeface="Calibri"/>
                <a:cs typeface="Calibri"/>
              </a:rPr>
              <a:t> </a:t>
            </a:r>
            <a:r>
              <a:rPr dirty="0" sz="1900" spc="-10" b="1">
                <a:solidFill>
                  <a:srgbClr val="0F8F79"/>
                </a:solidFill>
                <a:latin typeface="Calibri"/>
                <a:cs typeface="Calibri"/>
              </a:rPr>
              <a:t>alerts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988552" y="4846320"/>
            <a:ext cx="2468880" cy="822960"/>
          </a:xfrm>
          <a:custGeom>
            <a:avLst/>
            <a:gdLst/>
            <a:ahLst/>
            <a:cxnLst/>
            <a:rect l="l" t="t" r="r" b="b"/>
            <a:pathLst>
              <a:path w="2468879" h="822960">
                <a:moveTo>
                  <a:pt x="2427732" y="0"/>
                </a:moveTo>
                <a:lnTo>
                  <a:pt x="41148" y="0"/>
                </a:lnTo>
                <a:lnTo>
                  <a:pt x="25128" y="3232"/>
                </a:lnTo>
                <a:lnTo>
                  <a:pt x="12049" y="12049"/>
                </a:lnTo>
                <a:lnTo>
                  <a:pt x="3232" y="25128"/>
                </a:lnTo>
                <a:lnTo>
                  <a:pt x="0" y="41147"/>
                </a:lnTo>
                <a:lnTo>
                  <a:pt x="0" y="781811"/>
                </a:lnTo>
                <a:lnTo>
                  <a:pt x="3232" y="797826"/>
                </a:lnTo>
                <a:lnTo>
                  <a:pt x="12049" y="810906"/>
                </a:lnTo>
                <a:lnTo>
                  <a:pt x="25128" y="819725"/>
                </a:lnTo>
                <a:lnTo>
                  <a:pt x="41148" y="822959"/>
                </a:lnTo>
                <a:lnTo>
                  <a:pt x="2427732" y="822959"/>
                </a:lnTo>
                <a:lnTo>
                  <a:pt x="2443751" y="819725"/>
                </a:lnTo>
                <a:lnTo>
                  <a:pt x="2456830" y="810906"/>
                </a:lnTo>
                <a:lnTo>
                  <a:pt x="2465647" y="797826"/>
                </a:lnTo>
                <a:lnTo>
                  <a:pt x="2468880" y="781811"/>
                </a:lnTo>
                <a:lnTo>
                  <a:pt x="2468880" y="41147"/>
                </a:lnTo>
                <a:lnTo>
                  <a:pt x="2465647" y="25128"/>
                </a:lnTo>
                <a:lnTo>
                  <a:pt x="2456830" y="12049"/>
                </a:lnTo>
                <a:lnTo>
                  <a:pt x="2443751" y="3232"/>
                </a:lnTo>
                <a:lnTo>
                  <a:pt x="2427732" y="0"/>
                </a:lnTo>
                <a:close/>
              </a:path>
            </a:pathLst>
          </a:custGeom>
          <a:solidFill>
            <a:srgbClr val="FFF3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9238488" y="5084826"/>
            <a:ext cx="1971039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C67700"/>
                </a:solidFill>
                <a:latin typeface="Calibri"/>
                <a:cs typeface="Calibri"/>
              </a:rPr>
              <a:t>Reports</a:t>
            </a:r>
            <a:r>
              <a:rPr dirty="0" sz="1900" spc="-25" b="1">
                <a:solidFill>
                  <a:srgbClr val="C67700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C67700"/>
                </a:solidFill>
                <a:latin typeface="Calibri"/>
                <a:cs typeface="Calibri"/>
              </a:rPr>
              <a:t>&amp;</a:t>
            </a:r>
            <a:r>
              <a:rPr dirty="0" sz="1900" spc="-40" b="1">
                <a:solidFill>
                  <a:srgbClr val="C67700"/>
                </a:solidFill>
                <a:latin typeface="Calibri"/>
                <a:cs typeface="Calibri"/>
              </a:rPr>
              <a:t> </a:t>
            </a:r>
            <a:r>
              <a:rPr dirty="0" sz="1900" spc="-10" b="1">
                <a:solidFill>
                  <a:srgbClr val="C67700"/>
                </a:solidFill>
                <a:latin typeface="Calibri"/>
                <a:cs typeface="Calibri"/>
              </a:rPr>
              <a:t>analytics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095" y="6214871"/>
            <a:ext cx="12205335" cy="650240"/>
            <a:chOff x="-6095" y="6214871"/>
            <a:chExt cx="12205335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285"/>
                  </a:lnTo>
                  <a:lnTo>
                    <a:pt x="12192000" y="63728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81" y="6221348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285"/>
                  </a:moveTo>
                  <a:lnTo>
                    <a:pt x="12192000" y="63728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285"/>
                  </a:lnTo>
                  <a:close/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55"/>
              <a:t>DTIE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126489" y="6381986"/>
            <a:ext cx="145415" cy="290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|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114"/>
              <a:t>Department</a:t>
            </a:r>
            <a:r>
              <a:rPr dirty="0" spc="-190"/>
              <a:t> </a:t>
            </a:r>
            <a:r>
              <a:rPr dirty="0" spc="-55"/>
              <a:t>of</a:t>
            </a:r>
            <a:r>
              <a:rPr dirty="0" spc="-185"/>
              <a:t> </a:t>
            </a:r>
            <a:r>
              <a:rPr dirty="0" spc="-95"/>
              <a:t>Multi</a:t>
            </a:r>
            <a:r>
              <a:rPr dirty="0" spc="-190"/>
              <a:t> </a:t>
            </a:r>
            <a:r>
              <a:rPr dirty="0" spc="-114"/>
              <a:t>Disciplinary</a:t>
            </a:r>
            <a:r>
              <a:rPr dirty="0" spc="-195"/>
              <a:t> </a:t>
            </a:r>
            <a:r>
              <a:rPr dirty="0" spc="-110"/>
              <a:t>Innovation</a:t>
            </a:r>
            <a:r>
              <a:rPr dirty="0" spc="-190"/>
              <a:t> </a:t>
            </a:r>
            <a:r>
              <a:rPr dirty="0" spc="-20"/>
              <a:t>&amp;</a:t>
            </a:r>
            <a:r>
              <a:rPr dirty="0" spc="-160"/>
              <a:t> </a:t>
            </a:r>
            <a:r>
              <a:rPr dirty="0" spc="-85"/>
              <a:t>Entrepreneurship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0"/>
              <a:t>Risks</a:t>
            </a:r>
            <a:r>
              <a:rPr dirty="0" spc="-210"/>
              <a:t> </a:t>
            </a:r>
            <a:r>
              <a:rPr dirty="0" spc="-25"/>
              <a:t>and</a:t>
            </a:r>
            <a:r>
              <a:rPr dirty="0" spc="-225"/>
              <a:t> </a:t>
            </a:r>
            <a:r>
              <a:rPr dirty="0" spc="-25"/>
              <a:t>Gap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31519" y="1463039"/>
          <a:ext cx="10802620" cy="3246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15920"/>
                <a:gridCol w="7810500"/>
              </a:tblGrid>
              <a:tr h="5029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21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Risk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B="0" marT="6985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833119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21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Proposed</a:t>
                      </a:r>
                      <a:r>
                        <a:rPr dirty="0" sz="2150" spc="-8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solution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B="0" marT="69850">
                    <a:solidFill>
                      <a:srgbClr val="C0000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215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Proxy </a:t>
                      </a:r>
                      <a:r>
                        <a:rPr dirty="0" sz="2150" spc="-1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attendance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B="0" marT="16129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33119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21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Dynamic</a:t>
                      </a:r>
                      <a:r>
                        <a:rPr dirty="0" sz="2150" spc="-4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QR</a:t>
                      </a:r>
                      <a:r>
                        <a:rPr dirty="0" sz="2150" spc="-3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codes</a:t>
                      </a:r>
                      <a:r>
                        <a:rPr dirty="0" sz="2150" spc="-1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dirty="0" sz="2150" spc="-3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expire</a:t>
                      </a:r>
                      <a:r>
                        <a:rPr dirty="0" sz="2150" spc="-3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5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quickly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B="0" marT="16129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215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Poor</a:t>
                      </a:r>
                      <a:r>
                        <a:rPr dirty="0" sz="2150" spc="-2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50" spc="-1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internet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B="0" marT="16129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833119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21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Offline</a:t>
                      </a:r>
                      <a:r>
                        <a:rPr dirty="0" sz="2150" spc="-4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mode</a:t>
                      </a:r>
                      <a:r>
                        <a:rPr dirty="0" sz="2150" spc="-2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dirty="0" sz="2150" spc="-3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syncs</a:t>
                      </a:r>
                      <a:r>
                        <a:rPr dirty="0" sz="2150" spc="-3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5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later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B="0" marT="161290">
                    <a:solidFill>
                      <a:srgbClr val="F3F3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215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2150" spc="-45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50" spc="-1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privacy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B="0" marT="16129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33119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21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Secure</a:t>
                      </a:r>
                      <a:r>
                        <a:rPr dirty="0" sz="2150" spc="-1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login</a:t>
                      </a:r>
                      <a:r>
                        <a:rPr dirty="0" sz="2150" spc="-4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2150" spc="-3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5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role-</a:t>
                      </a:r>
                      <a:r>
                        <a:rPr dirty="0" sz="21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based</a:t>
                      </a:r>
                      <a:r>
                        <a:rPr dirty="0" sz="2150" spc="-2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5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access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B="0" marT="16129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215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dirty="0" sz="2150" spc="-1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smartphone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B="0" marT="16129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833119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21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Teacher</a:t>
                      </a:r>
                      <a:r>
                        <a:rPr dirty="0" sz="2150" spc="-3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can</a:t>
                      </a:r>
                      <a:r>
                        <a:rPr dirty="0" sz="2150" spc="-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mark</a:t>
                      </a:r>
                      <a:r>
                        <a:rPr dirty="0" sz="2150" spc="-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attendance</a:t>
                      </a:r>
                      <a:r>
                        <a:rPr dirty="0" sz="2150" spc="-3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5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manually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B="0" marT="161290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731519" y="4892040"/>
            <a:ext cx="10726420" cy="914400"/>
          </a:xfrm>
          <a:custGeom>
            <a:avLst/>
            <a:gdLst/>
            <a:ahLst/>
            <a:cxnLst/>
            <a:rect l="l" t="t" r="r" b="b"/>
            <a:pathLst>
              <a:path w="10726420" h="914400">
                <a:moveTo>
                  <a:pt x="10680192" y="0"/>
                </a:moveTo>
                <a:lnTo>
                  <a:pt x="45720" y="0"/>
                </a:lnTo>
                <a:lnTo>
                  <a:pt x="27924" y="3589"/>
                </a:lnTo>
                <a:lnTo>
                  <a:pt x="13392" y="13382"/>
                </a:lnTo>
                <a:lnTo>
                  <a:pt x="3593" y="27914"/>
                </a:lnTo>
                <a:lnTo>
                  <a:pt x="0" y="45719"/>
                </a:lnTo>
                <a:lnTo>
                  <a:pt x="0" y="868679"/>
                </a:lnTo>
                <a:lnTo>
                  <a:pt x="3593" y="886475"/>
                </a:lnTo>
                <a:lnTo>
                  <a:pt x="13392" y="901007"/>
                </a:lnTo>
                <a:lnTo>
                  <a:pt x="27924" y="910806"/>
                </a:lnTo>
                <a:lnTo>
                  <a:pt x="45720" y="914399"/>
                </a:lnTo>
                <a:lnTo>
                  <a:pt x="10680192" y="914399"/>
                </a:lnTo>
                <a:lnTo>
                  <a:pt x="10697997" y="910806"/>
                </a:lnTo>
                <a:lnTo>
                  <a:pt x="10712529" y="901007"/>
                </a:lnTo>
                <a:lnTo>
                  <a:pt x="10722322" y="886475"/>
                </a:lnTo>
                <a:lnTo>
                  <a:pt x="10725912" y="868679"/>
                </a:lnTo>
                <a:lnTo>
                  <a:pt x="10725912" y="45719"/>
                </a:lnTo>
                <a:lnTo>
                  <a:pt x="10722322" y="27914"/>
                </a:lnTo>
                <a:lnTo>
                  <a:pt x="10712529" y="13382"/>
                </a:lnTo>
                <a:lnTo>
                  <a:pt x="10697997" y="3589"/>
                </a:lnTo>
                <a:lnTo>
                  <a:pt x="1068019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60882" y="5164073"/>
            <a:ext cx="8302625" cy="338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 b="1">
                <a:solidFill>
                  <a:srgbClr val="FFFFFF"/>
                </a:solidFill>
                <a:latin typeface="Calibri"/>
                <a:cs typeface="Calibri"/>
              </a:rPr>
              <a:t>Note:</a:t>
            </a:r>
            <a:r>
              <a:rPr dirty="0" sz="2050" spc="4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FFFFFF"/>
                </a:solidFill>
                <a:latin typeface="Calibri"/>
                <a:cs typeface="Calibri"/>
              </a:rPr>
              <a:t>Dynamic</a:t>
            </a:r>
            <a:r>
              <a:rPr dirty="0" sz="20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FFFFFF"/>
                </a:solidFill>
                <a:latin typeface="Calibri"/>
                <a:cs typeface="Calibri"/>
              </a:rPr>
              <a:t>QR</a:t>
            </a:r>
            <a:r>
              <a:rPr dirty="0" sz="20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FFFFFF"/>
                </a:solidFill>
                <a:latin typeface="Calibri"/>
                <a:cs typeface="Calibri"/>
              </a:rPr>
              <a:t>codes</a:t>
            </a:r>
            <a:r>
              <a:rPr dirty="0" sz="20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FFFFFF"/>
                </a:solidFill>
                <a:latin typeface="Calibri"/>
                <a:cs typeface="Calibri"/>
              </a:rPr>
              <a:t>reduce</a:t>
            </a:r>
            <a:r>
              <a:rPr dirty="0" sz="20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FFFFFF"/>
                </a:solidFill>
                <a:latin typeface="Calibri"/>
                <a:cs typeface="Calibri"/>
              </a:rPr>
              <a:t>proxy</a:t>
            </a:r>
            <a:r>
              <a:rPr dirty="0" sz="20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FFFFFF"/>
                </a:solidFill>
                <a:latin typeface="Calibri"/>
                <a:cs typeface="Calibri"/>
              </a:rPr>
              <a:t>attendance</a:t>
            </a:r>
            <a:r>
              <a:rPr dirty="0" sz="20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dirty="0" sz="20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FFFFFF"/>
                </a:solidFill>
                <a:latin typeface="Calibri"/>
                <a:cs typeface="Calibri"/>
              </a:rPr>
              <a:t>cannot</a:t>
            </a:r>
            <a:r>
              <a:rPr dirty="0" sz="20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FFFFFF"/>
                </a:solidFill>
                <a:latin typeface="Calibri"/>
                <a:cs typeface="Calibri"/>
              </a:rPr>
              <a:t>fully</a:t>
            </a:r>
            <a:r>
              <a:rPr dirty="0" sz="20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FFFFFF"/>
                </a:solidFill>
                <a:latin typeface="Calibri"/>
                <a:cs typeface="Calibri"/>
              </a:rPr>
              <a:t>prevent</a:t>
            </a:r>
            <a:r>
              <a:rPr dirty="0" sz="20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50" spc="-25">
                <a:solidFill>
                  <a:srgbClr val="FFFFFF"/>
                </a:solidFill>
                <a:latin typeface="Calibri"/>
                <a:cs typeface="Calibri"/>
              </a:rPr>
              <a:t>it.</a:t>
            </a:r>
            <a:endParaRPr sz="205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095" y="6214871"/>
            <a:ext cx="12205335" cy="650240"/>
            <a:chOff x="-6095" y="6214871"/>
            <a:chExt cx="12205335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285"/>
                  </a:lnTo>
                  <a:lnTo>
                    <a:pt x="12192000" y="63728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81" y="6221348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285"/>
                  </a:moveTo>
                  <a:lnTo>
                    <a:pt x="12192000" y="63728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285"/>
                  </a:lnTo>
                  <a:close/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55"/>
              <a:t>DTIE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26489" y="6381986"/>
            <a:ext cx="145415" cy="290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|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114"/>
              <a:t>Department</a:t>
            </a:r>
            <a:r>
              <a:rPr dirty="0" spc="-190"/>
              <a:t> </a:t>
            </a:r>
            <a:r>
              <a:rPr dirty="0" spc="-55"/>
              <a:t>of</a:t>
            </a:r>
            <a:r>
              <a:rPr dirty="0" spc="-185"/>
              <a:t> </a:t>
            </a:r>
            <a:r>
              <a:rPr dirty="0" spc="-95"/>
              <a:t>Multi</a:t>
            </a:r>
            <a:r>
              <a:rPr dirty="0" spc="-190"/>
              <a:t> </a:t>
            </a:r>
            <a:r>
              <a:rPr dirty="0" spc="-114"/>
              <a:t>Disciplinary</a:t>
            </a:r>
            <a:r>
              <a:rPr dirty="0" spc="-195"/>
              <a:t> </a:t>
            </a:r>
            <a:r>
              <a:rPr dirty="0" spc="-110"/>
              <a:t>Innovation</a:t>
            </a:r>
            <a:r>
              <a:rPr dirty="0" spc="-190"/>
              <a:t> </a:t>
            </a:r>
            <a:r>
              <a:rPr dirty="0" spc="-20"/>
              <a:t>&amp;</a:t>
            </a:r>
            <a:r>
              <a:rPr dirty="0" spc="-160"/>
              <a:t> </a:t>
            </a:r>
            <a:r>
              <a:rPr dirty="0" spc="-85"/>
              <a:t>Entrepreneurship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90"/>
              <a:t>Concept/Idea/Prototype/Product/Solution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8819" y="1298956"/>
            <a:ext cx="10388600" cy="307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>
                <a:solidFill>
                  <a:srgbClr val="585858"/>
                </a:solidFill>
                <a:latin typeface="Calibri"/>
                <a:cs typeface="Calibri"/>
              </a:rPr>
              <a:t>Teachers</a:t>
            </a:r>
            <a:r>
              <a:rPr dirty="0" sz="185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585858"/>
                </a:solidFill>
                <a:latin typeface="Calibri"/>
                <a:cs typeface="Calibri"/>
              </a:rPr>
              <a:t>generate</a:t>
            </a:r>
            <a:r>
              <a:rPr dirty="0" sz="185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dirty="0" sz="1850" spc="-6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585858"/>
                </a:solidFill>
                <a:latin typeface="Calibri"/>
                <a:cs typeface="Calibri"/>
              </a:rPr>
              <a:t>time-</a:t>
            </a:r>
            <a:r>
              <a:rPr dirty="0" sz="1850">
                <a:solidFill>
                  <a:srgbClr val="585858"/>
                </a:solidFill>
                <a:latin typeface="Calibri"/>
                <a:cs typeface="Calibri"/>
              </a:rPr>
              <a:t>limited</a:t>
            </a:r>
            <a:r>
              <a:rPr dirty="0" sz="1850" spc="-5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585858"/>
                </a:solidFill>
                <a:latin typeface="Calibri"/>
                <a:cs typeface="Calibri"/>
              </a:rPr>
              <a:t>QR</a:t>
            </a:r>
            <a:r>
              <a:rPr dirty="0" sz="1850" spc="-6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585858"/>
                </a:solidFill>
                <a:latin typeface="Calibri"/>
                <a:cs typeface="Calibri"/>
              </a:rPr>
              <a:t>code;</a:t>
            </a:r>
            <a:r>
              <a:rPr dirty="0" sz="185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585858"/>
                </a:solidFill>
                <a:latin typeface="Calibri"/>
                <a:cs typeface="Calibri"/>
              </a:rPr>
              <a:t>students</a:t>
            </a:r>
            <a:r>
              <a:rPr dirty="0" sz="185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585858"/>
                </a:solidFill>
                <a:latin typeface="Calibri"/>
                <a:cs typeface="Calibri"/>
              </a:rPr>
              <a:t>scan</a:t>
            </a:r>
            <a:r>
              <a:rPr dirty="0" sz="1850" spc="-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585858"/>
                </a:solidFill>
                <a:latin typeface="Calibri"/>
                <a:cs typeface="Calibri"/>
              </a:rPr>
              <a:t>it;</a:t>
            </a:r>
            <a:r>
              <a:rPr dirty="0" sz="1850" spc="-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585858"/>
                </a:solidFill>
                <a:latin typeface="Calibri"/>
                <a:cs typeface="Calibri"/>
              </a:rPr>
              <a:t>attendance</a:t>
            </a:r>
            <a:r>
              <a:rPr dirty="0" sz="185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585858"/>
                </a:solidFill>
                <a:latin typeface="Calibri"/>
                <a:cs typeface="Calibri"/>
              </a:rPr>
              <a:t>is</a:t>
            </a:r>
            <a:r>
              <a:rPr dirty="0" sz="1850" spc="-6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585858"/>
                </a:solidFill>
                <a:latin typeface="Calibri"/>
                <a:cs typeface="Calibri"/>
              </a:rPr>
              <a:t>saved</a:t>
            </a:r>
            <a:r>
              <a:rPr dirty="0" sz="1850" spc="-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585858"/>
                </a:solidFill>
                <a:latin typeface="Calibri"/>
                <a:cs typeface="Calibri"/>
              </a:rPr>
              <a:t>and</a:t>
            </a:r>
            <a:r>
              <a:rPr dirty="0" sz="1850" spc="-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585858"/>
                </a:solidFill>
                <a:latin typeface="Calibri"/>
                <a:cs typeface="Calibri"/>
              </a:rPr>
              <a:t>analysed</a:t>
            </a:r>
            <a:r>
              <a:rPr dirty="0" sz="1850" spc="-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585858"/>
                </a:solidFill>
                <a:latin typeface="Calibri"/>
                <a:cs typeface="Calibri"/>
              </a:rPr>
              <a:t>automatically.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31519" y="2011679"/>
            <a:ext cx="2011680" cy="1737360"/>
            <a:chOff x="731519" y="2011679"/>
            <a:chExt cx="2011680" cy="1737360"/>
          </a:xfrm>
        </p:grpSpPr>
        <p:sp>
          <p:nvSpPr>
            <p:cNvPr id="8" name="object 8"/>
            <p:cNvSpPr/>
            <p:nvPr/>
          </p:nvSpPr>
          <p:spPr>
            <a:xfrm>
              <a:off x="731519" y="2011679"/>
              <a:ext cx="2011680" cy="1737360"/>
            </a:xfrm>
            <a:custGeom>
              <a:avLst/>
              <a:gdLst/>
              <a:ahLst/>
              <a:cxnLst/>
              <a:rect l="l" t="t" r="r" b="b"/>
              <a:pathLst>
                <a:path w="2011680" h="1737360">
                  <a:moveTo>
                    <a:pt x="1924812" y="0"/>
                  </a:moveTo>
                  <a:lnTo>
                    <a:pt x="86868" y="0"/>
                  </a:lnTo>
                  <a:lnTo>
                    <a:pt x="53053" y="6822"/>
                  </a:lnTo>
                  <a:lnTo>
                    <a:pt x="25441" y="25431"/>
                  </a:lnTo>
                  <a:lnTo>
                    <a:pt x="6825" y="53042"/>
                  </a:lnTo>
                  <a:lnTo>
                    <a:pt x="0" y="86867"/>
                  </a:lnTo>
                  <a:lnTo>
                    <a:pt x="0" y="1650491"/>
                  </a:lnTo>
                  <a:lnTo>
                    <a:pt x="6825" y="1684317"/>
                  </a:lnTo>
                  <a:lnTo>
                    <a:pt x="25441" y="1711928"/>
                  </a:lnTo>
                  <a:lnTo>
                    <a:pt x="53053" y="1730537"/>
                  </a:lnTo>
                  <a:lnTo>
                    <a:pt x="86868" y="1737359"/>
                  </a:lnTo>
                  <a:lnTo>
                    <a:pt x="1924812" y="1737359"/>
                  </a:lnTo>
                  <a:lnTo>
                    <a:pt x="1958637" y="1730537"/>
                  </a:lnTo>
                  <a:lnTo>
                    <a:pt x="1986248" y="1711928"/>
                  </a:lnTo>
                  <a:lnTo>
                    <a:pt x="2004857" y="1684317"/>
                  </a:lnTo>
                  <a:lnTo>
                    <a:pt x="2011680" y="1650491"/>
                  </a:lnTo>
                  <a:lnTo>
                    <a:pt x="2011680" y="86867"/>
                  </a:lnTo>
                  <a:lnTo>
                    <a:pt x="2004857" y="53042"/>
                  </a:lnTo>
                  <a:lnTo>
                    <a:pt x="1986248" y="25431"/>
                  </a:lnTo>
                  <a:lnTo>
                    <a:pt x="1958637" y="6822"/>
                  </a:lnTo>
                  <a:lnTo>
                    <a:pt x="1924812" y="0"/>
                  </a:lnTo>
                  <a:close/>
                </a:path>
              </a:pathLst>
            </a:custGeom>
            <a:solidFill>
              <a:srgbClr val="FC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68679" y="2121407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251460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60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60" y="502920"/>
                  </a:lnTo>
                  <a:lnTo>
                    <a:pt x="296659" y="498870"/>
                  </a:lnTo>
                  <a:lnTo>
                    <a:pt x="339201" y="487194"/>
                  </a:lnTo>
                  <a:lnTo>
                    <a:pt x="378375" y="468601"/>
                  </a:lnTo>
                  <a:lnTo>
                    <a:pt x="413471" y="443799"/>
                  </a:lnTo>
                  <a:lnTo>
                    <a:pt x="443778" y="413497"/>
                  </a:lnTo>
                  <a:lnTo>
                    <a:pt x="468587" y="378403"/>
                  </a:lnTo>
                  <a:lnTo>
                    <a:pt x="487187" y="339226"/>
                  </a:lnTo>
                  <a:lnTo>
                    <a:pt x="498868" y="296676"/>
                  </a:lnTo>
                  <a:lnTo>
                    <a:pt x="502920" y="251460"/>
                  </a:lnTo>
                  <a:lnTo>
                    <a:pt x="498868" y="206243"/>
                  </a:lnTo>
                  <a:lnTo>
                    <a:pt x="487187" y="163693"/>
                  </a:lnTo>
                  <a:lnTo>
                    <a:pt x="468587" y="124516"/>
                  </a:lnTo>
                  <a:lnTo>
                    <a:pt x="443778" y="89422"/>
                  </a:lnTo>
                  <a:lnTo>
                    <a:pt x="413471" y="59120"/>
                  </a:lnTo>
                  <a:lnTo>
                    <a:pt x="378375" y="34318"/>
                  </a:lnTo>
                  <a:lnTo>
                    <a:pt x="339201" y="15725"/>
                  </a:lnTo>
                  <a:lnTo>
                    <a:pt x="296659" y="404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user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4409" y="2275077"/>
              <a:ext cx="251459" cy="200236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450339" y="2233929"/>
            <a:ext cx="5105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585858"/>
                </a:solidFill>
                <a:latin typeface="Calibri"/>
                <a:cs typeface="Calibri"/>
              </a:rPr>
              <a:t>Step</a:t>
            </a:r>
            <a:r>
              <a:rPr dirty="0" sz="15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585858"/>
                </a:solidFill>
                <a:latin typeface="Calibri"/>
                <a:cs typeface="Calibri"/>
              </a:rPr>
              <a:t>1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5980" y="2712466"/>
            <a:ext cx="1730375" cy="704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-10" b="1">
                <a:solidFill>
                  <a:srgbClr val="C00000"/>
                </a:solidFill>
                <a:latin typeface="Calibri"/>
                <a:cs typeface="Calibri"/>
              </a:rPr>
              <a:t>Login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dirty="0" sz="1600">
                <a:solidFill>
                  <a:srgbClr val="252525"/>
                </a:solidFill>
                <a:latin typeface="Calibri"/>
                <a:cs typeface="Calibri"/>
              </a:rPr>
              <a:t>Teacher</a:t>
            </a:r>
            <a:r>
              <a:rPr dirty="0" sz="160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525"/>
                </a:solidFill>
                <a:latin typeface="Calibri"/>
                <a:cs typeface="Calibri"/>
              </a:rPr>
              <a:t>selects</a:t>
            </a:r>
            <a:r>
              <a:rPr dirty="0" sz="160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252525"/>
                </a:solidFill>
                <a:latin typeface="Calibri"/>
                <a:cs typeface="Calibri"/>
              </a:rPr>
              <a:t>class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10077" y="2011679"/>
            <a:ext cx="2011680" cy="1737360"/>
            <a:chOff x="2910077" y="2011679"/>
            <a:chExt cx="2011680" cy="1737360"/>
          </a:xfrm>
        </p:grpSpPr>
        <p:sp>
          <p:nvSpPr>
            <p:cNvPr id="14" name="object 14"/>
            <p:cNvSpPr/>
            <p:nvPr/>
          </p:nvSpPr>
          <p:spPr>
            <a:xfrm>
              <a:off x="2910077" y="2011679"/>
              <a:ext cx="2011680" cy="1737360"/>
            </a:xfrm>
            <a:custGeom>
              <a:avLst/>
              <a:gdLst/>
              <a:ahLst/>
              <a:cxnLst/>
              <a:rect l="l" t="t" r="r" b="b"/>
              <a:pathLst>
                <a:path w="2011679" h="1737360">
                  <a:moveTo>
                    <a:pt x="1924812" y="0"/>
                  </a:moveTo>
                  <a:lnTo>
                    <a:pt x="86868" y="0"/>
                  </a:lnTo>
                  <a:lnTo>
                    <a:pt x="53042" y="6822"/>
                  </a:lnTo>
                  <a:lnTo>
                    <a:pt x="25431" y="25431"/>
                  </a:lnTo>
                  <a:lnTo>
                    <a:pt x="6822" y="53042"/>
                  </a:lnTo>
                  <a:lnTo>
                    <a:pt x="0" y="86867"/>
                  </a:lnTo>
                  <a:lnTo>
                    <a:pt x="0" y="1650491"/>
                  </a:lnTo>
                  <a:lnTo>
                    <a:pt x="6822" y="1684317"/>
                  </a:lnTo>
                  <a:lnTo>
                    <a:pt x="25431" y="1711928"/>
                  </a:lnTo>
                  <a:lnTo>
                    <a:pt x="53042" y="1730537"/>
                  </a:lnTo>
                  <a:lnTo>
                    <a:pt x="86868" y="1737359"/>
                  </a:lnTo>
                  <a:lnTo>
                    <a:pt x="1924812" y="1737359"/>
                  </a:lnTo>
                  <a:lnTo>
                    <a:pt x="1958637" y="1730537"/>
                  </a:lnTo>
                  <a:lnTo>
                    <a:pt x="1986248" y="1711928"/>
                  </a:lnTo>
                  <a:lnTo>
                    <a:pt x="2004857" y="1684317"/>
                  </a:lnTo>
                  <a:lnTo>
                    <a:pt x="2011680" y="1650491"/>
                  </a:lnTo>
                  <a:lnTo>
                    <a:pt x="2011680" y="86867"/>
                  </a:lnTo>
                  <a:lnTo>
                    <a:pt x="2004857" y="53042"/>
                  </a:lnTo>
                  <a:lnTo>
                    <a:pt x="1986248" y="25431"/>
                  </a:lnTo>
                  <a:lnTo>
                    <a:pt x="1958637" y="6822"/>
                  </a:lnTo>
                  <a:lnTo>
                    <a:pt x="1924812" y="0"/>
                  </a:lnTo>
                  <a:close/>
                </a:path>
              </a:pathLst>
            </a:custGeom>
            <a:solidFill>
              <a:srgbClr val="E8ED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047237" y="2121407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460" y="0"/>
                  </a:moveTo>
                  <a:lnTo>
                    <a:pt x="206243" y="4049"/>
                  </a:lnTo>
                  <a:lnTo>
                    <a:pt x="163693" y="15725"/>
                  </a:lnTo>
                  <a:lnTo>
                    <a:pt x="124516" y="34318"/>
                  </a:lnTo>
                  <a:lnTo>
                    <a:pt x="89422" y="59120"/>
                  </a:lnTo>
                  <a:lnTo>
                    <a:pt x="59120" y="89422"/>
                  </a:lnTo>
                  <a:lnTo>
                    <a:pt x="34318" y="124516"/>
                  </a:lnTo>
                  <a:lnTo>
                    <a:pt x="15725" y="163693"/>
                  </a:lnTo>
                  <a:lnTo>
                    <a:pt x="4049" y="206243"/>
                  </a:lnTo>
                  <a:lnTo>
                    <a:pt x="0" y="251460"/>
                  </a:lnTo>
                  <a:lnTo>
                    <a:pt x="4049" y="296676"/>
                  </a:lnTo>
                  <a:lnTo>
                    <a:pt x="15725" y="339226"/>
                  </a:lnTo>
                  <a:lnTo>
                    <a:pt x="34318" y="378403"/>
                  </a:lnTo>
                  <a:lnTo>
                    <a:pt x="59120" y="413497"/>
                  </a:lnTo>
                  <a:lnTo>
                    <a:pt x="89422" y="443799"/>
                  </a:lnTo>
                  <a:lnTo>
                    <a:pt x="124516" y="468601"/>
                  </a:lnTo>
                  <a:lnTo>
                    <a:pt x="163693" y="487194"/>
                  </a:lnTo>
                  <a:lnTo>
                    <a:pt x="206243" y="498870"/>
                  </a:lnTo>
                  <a:lnTo>
                    <a:pt x="251460" y="502920"/>
                  </a:lnTo>
                  <a:lnTo>
                    <a:pt x="296676" y="498870"/>
                  </a:lnTo>
                  <a:lnTo>
                    <a:pt x="339226" y="487194"/>
                  </a:lnTo>
                  <a:lnTo>
                    <a:pt x="378403" y="468601"/>
                  </a:lnTo>
                  <a:lnTo>
                    <a:pt x="413497" y="443799"/>
                  </a:lnTo>
                  <a:lnTo>
                    <a:pt x="443799" y="413497"/>
                  </a:lnTo>
                  <a:lnTo>
                    <a:pt x="468601" y="378403"/>
                  </a:lnTo>
                  <a:lnTo>
                    <a:pt x="487194" y="339226"/>
                  </a:lnTo>
                  <a:lnTo>
                    <a:pt x="498870" y="296676"/>
                  </a:lnTo>
                  <a:lnTo>
                    <a:pt x="502920" y="251460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1F4E9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qrcod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89958" y="2264128"/>
              <a:ext cx="220877" cy="220877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629152" y="2233929"/>
            <a:ext cx="5105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585858"/>
                </a:solidFill>
                <a:latin typeface="Calibri"/>
                <a:cs typeface="Calibri"/>
              </a:rPr>
              <a:t>Step</a:t>
            </a:r>
            <a:r>
              <a:rPr dirty="0" sz="15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585858"/>
                </a:solidFill>
                <a:latin typeface="Calibri"/>
                <a:cs typeface="Calibri"/>
              </a:rPr>
              <a:t>2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34792" y="2712466"/>
            <a:ext cx="1519555" cy="704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b="1">
                <a:solidFill>
                  <a:srgbClr val="1F4E9E"/>
                </a:solidFill>
                <a:latin typeface="Calibri"/>
                <a:cs typeface="Calibri"/>
              </a:rPr>
              <a:t>QR</a:t>
            </a:r>
            <a:r>
              <a:rPr dirty="0" sz="1850" spc="-30" b="1">
                <a:solidFill>
                  <a:srgbClr val="1F4E9E"/>
                </a:solidFill>
                <a:latin typeface="Calibri"/>
                <a:cs typeface="Calibri"/>
              </a:rPr>
              <a:t> </a:t>
            </a:r>
            <a:r>
              <a:rPr dirty="0" sz="1850" spc="-20" b="1">
                <a:solidFill>
                  <a:srgbClr val="1F4E9E"/>
                </a:solidFill>
                <a:latin typeface="Calibri"/>
                <a:cs typeface="Calibri"/>
              </a:rPr>
              <a:t>Code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dirty="0" sz="1600" spc="-10">
                <a:solidFill>
                  <a:srgbClr val="252525"/>
                </a:solidFill>
                <a:latin typeface="Calibri"/>
                <a:cs typeface="Calibri"/>
              </a:rPr>
              <a:t>Time-</a:t>
            </a:r>
            <a:r>
              <a:rPr dirty="0" sz="1600">
                <a:solidFill>
                  <a:srgbClr val="252525"/>
                </a:solidFill>
                <a:latin typeface="Calibri"/>
                <a:cs typeface="Calibri"/>
              </a:rPr>
              <a:t>limited</a:t>
            </a:r>
            <a:r>
              <a:rPr dirty="0" sz="1600" spc="-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252525"/>
                </a:solidFill>
                <a:latin typeface="Calibri"/>
                <a:cs typeface="Calibri"/>
              </a:rPr>
              <a:t>code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088635" y="2011679"/>
            <a:ext cx="2011680" cy="1737360"/>
            <a:chOff x="5088635" y="2011679"/>
            <a:chExt cx="2011680" cy="1737360"/>
          </a:xfrm>
        </p:grpSpPr>
        <p:sp>
          <p:nvSpPr>
            <p:cNvPr id="20" name="object 20"/>
            <p:cNvSpPr/>
            <p:nvPr/>
          </p:nvSpPr>
          <p:spPr>
            <a:xfrm>
              <a:off x="5088635" y="2011679"/>
              <a:ext cx="2011680" cy="1737360"/>
            </a:xfrm>
            <a:custGeom>
              <a:avLst/>
              <a:gdLst/>
              <a:ahLst/>
              <a:cxnLst/>
              <a:rect l="l" t="t" r="r" b="b"/>
              <a:pathLst>
                <a:path w="2011679" h="1737360">
                  <a:moveTo>
                    <a:pt x="1924812" y="0"/>
                  </a:moveTo>
                  <a:lnTo>
                    <a:pt x="86868" y="0"/>
                  </a:lnTo>
                  <a:lnTo>
                    <a:pt x="53042" y="6822"/>
                  </a:lnTo>
                  <a:lnTo>
                    <a:pt x="25431" y="25431"/>
                  </a:lnTo>
                  <a:lnTo>
                    <a:pt x="6822" y="53042"/>
                  </a:lnTo>
                  <a:lnTo>
                    <a:pt x="0" y="86867"/>
                  </a:lnTo>
                  <a:lnTo>
                    <a:pt x="0" y="1650491"/>
                  </a:lnTo>
                  <a:lnTo>
                    <a:pt x="6822" y="1684317"/>
                  </a:lnTo>
                  <a:lnTo>
                    <a:pt x="25431" y="1711928"/>
                  </a:lnTo>
                  <a:lnTo>
                    <a:pt x="53042" y="1730537"/>
                  </a:lnTo>
                  <a:lnTo>
                    <a:pt x="86868" y="1737359"/>
                  </a:lnTo>
                  <a:lnTo>
                    <a:pt x="1924812" y="1737359"/>
                  </a:lnTo>
                  <a:lnTo>
                    <a:pt x="1958637" y="1730537"/>
                  </a:lnTo>
                  <a:lnTo>
                    <a:pt x="1986248" y="1711928"/>
                  </a:lnTo>
                  <a:lnTo>
                    <a:pt x="2004857" y="1684317"/>
                  </a:lnTo>
                  <a:lnTo>
                    <a:pt x="2011680" y="1650491"/>
                  </a:lnTo>
                  <a:lnTo>
                    <a:pt x="2011680" y="86867"/>
                  </a:lnTo>
                  <a:lnTo>
                    <a:pt x="2004857" y="53042"/>
                  </a:lnTo>
                  <a:lnTo>
                    <a:pt x="1986248" y="25431"/>
                  </a:lnTo>
                  <a:lnTo>
                    <a:pt x="1958637" y="6822"/>
                  </a:lnTo>
                  <a:lnTo>
                    <a:pt x="1924812" y="0"/>
                  </a:lnTo>
                  <a:close/>
                </a:path>
              </a:pathLst>
            </a:custGeom>
            <a:solidFill>
              <a:srgbClr val="E6F5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225795" y="2121407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460" y="0"/>
                  </a:moveTo>
                  <a:lnTo>
                    <a:pt x="206243" y="4049"/>
                  </a:lnTo>
                  <a:lnTo>
                    <a:pt x="163693" y="15725"/>
                  </a:lnTo>
                  <a:lnTo>
                    <a:pt x="124516" y="34318"/>
                  </a:lnTo>
                  <a:lnTo>
                    <a:pt x="89422" y="59120"/>
                  </a:lnTo>
                  <a:lnTo>
                    <a:pt x="59120" y="89422"/>
                  </a:lnTo>
                  <a:lnTo>
                    <a:pt x="34318" y="124516"/>
                  </a:lnTo>
                  <a:lnTo>
                    <a:pt x="15725" y="163693"/>
                  </a:lnTo>
                  <a:lnTo>
                    <a:pt x="4049" y="206243"/>
                  </a:lnTo>
                  <a:lnTo>
                    <a:pt x="0" y="251460"/>
                  </a:lnTo>
                  <a:lnTo>
                    <a:pt x="4049" y="296676"/>
                  </a:lnTo>
                  <a:lnTo>
                    <a:pt x="15725" y="339226"/>
                  </a:lnTo>
                  <a:lnTo>
                    <a:pt x="34318" y="378403"/>
                  </a:lnTo>
                  <a:lnTo>
                    <a:pt x="59120" y="413497"/>
                  </a:lnTo>
                  <a:lnTo>
                    <a:pt x="89422" y="443799"/>
                  </a:lnTo>
                  <a:lnTo>
                    <a:pt x="124516" y="468601"/>
                  </a:lnTo>
                  <a:lnTo>
                    <a:pt x="163693" y="487194"/>
                  </a:lnTo>
                  <a:lnTo>
                    <a:pt x="206243" y="498870"/>
                  </a:lnTo>
                  <a:lnTo>
                    <a:pt x="251460" y="502920"/>
                  </a:lnTo>
                  <a:lnTo>
                    <a:pt x="296676" y="498870"/>
                  </a:lnTo>
                  <a:lnTo>
                    <a:pt x="339226" y="487194"/>
                  </a:lnTo>
                  <a:lnTo>
                    <a:pt x="378403" y="468601"/>
                  </a:lnTo>
                  <a:lnTo>
                    <a:pt x="413497" y="443799"/>
                  </a:lnTo>
                  <a:lnTo>
                    <a:pt x="443799" y="413497"/>
                  </a:lnTo>
                  <a:lnTo>
                    <a:pt x="468601" y="378403"/>
                  </a:lnTo>
                  <a:lnTo>
                    <a:pt x="487194" y="339226"/>
                  </a:lnTo>
                  <a:lnTo>
                    <a:pt x="498870" y="296676"/>
                  </a:lnTo>
                  <a:lnTo>
                    <a:pt x="502920" y="251460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0F8F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mobile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99099" y="2247137"/>
              <a:ext cx="159711" cy="25146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807964" y="2233929"/>
            <a:ext cx="5105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585858"/>
                </a:solidFill>
                <a:latin typeface="Calibri"/>
                <a:cs typeface="Calibri"/>
              </a:rPr>
              <a:t>Step</a:t>
            </a:r>
            <a:r>
              <a:rPr dirty="0" sz="15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585858"/>
                </a:solidFill>
                <a:latin typeface="Calibri"/>
                <a:cs typeface="Calibri"/>
              </a:rPr>
              <a:t>3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13350" y="2712466"/>
            <a:ext cx="1331595" cy="704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-20" b="1">
                <a:solidFill>
                  <a:srgbClr val="0F8F79"/>
                </a:solidFill>
                <a:latin typeface="Calibri"/>
                <a:cs typeface="Calibri"/>
              </a:rPr>
              <a:t>Scan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dirty="0" sz="1600">
                <a:solidFill>
                  <a:srgbClr val="252525"/>
                </a:solidFill>
                <a:latin typeface="Calibri"/>
                <a:cs typeface="Calibri"/>
              </a:rPr>
              <a:t>Students</a:t>
            </a:r>
            <a:r>
              <a:rPr dirty="0" sz="16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525"/>
                </a:solidFill>
                <a:latin typeface="Calibri"/>
                <a:cs typeface="Calibri"/>
              </a:rPr>
              <a:t>scan</a:t>
            </a:r>
            <a:r>
              <a:rPr dirty="0" sz="16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252525"/>
                </a:solidFill>
                <a:latin typeface="Calibri"/>
                <a:cs typeface="Calibri"/>
              </a:rPr>
              <a:t>it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267193" y="2011679"/>
            <a:ext cx="2011680" cy="1737360"/>
            <a:chOff x="7267193" y="2011679"/>
            <a:chExt cx="2011680" cy="1737360"/>
          </a:xfrm>
        </p:grpSpPr>
        <p:sp>
          <p:nvSpPr>
            <p:cNvPr id="26" name="object 26"/>
            <p:cNvSpPr/>
            <p:nvPr/>
          </p:nvSpPr>
          <p:spPr>
            <a:xfrm>
              <a:off x="7267193" y="2011679"/>
              <a:ext cx="2011680" cy="1737360"/>
            </a:xfrm>
            <a:custGeom>
              <a:avLst/>
              <a:gdLst/>
              <a:ahLst/>
              <a:cxnLst/>
              <a:rect l="l" t="t" r="r" b="b"/>
              <a:pathLst>
                <a:path w="2011679" h="1737360">
                  <a:moveTo>
                    <a:pt x="1924812" y="0"/>
                  </a:moveTo>
                  <a:lnTo>
                    <a:pt x="86868" y="0"/>
                  </a:lnTo>
                  <a:lnTo>
                    <a:pt x="53042" y="6822"/>
                  </a:lnTo>
                  <a:lnTo>
                    <a:pt x="25431" y="25431"/>
                  </a:lnTo>
                  <a:lnTo>
                    <a:pt x="6822" y="53042"/>
                  </a:lnTo>
                  <a:lnTo>
                    <a:pt x="0" y="86867"/>
                  </a:lnTo>
                  <a:lnTo>
                    <a:pt x="0" y="1650491"/>
                  </a:lnTo>
                  <a:lnTo>
                    <a:pt x="6822" y="1684317"/>
                  </a:lnTo>
                  <a:lnTo>
                    <a:pt x="25431" y="1711928"/>
                  </a:lnTo>
                  <a:lnTo>
                    <a:pt x="53042" y="1730537"/>
                  </a:lnTo>
                  <a:lnTo>
                    <a:pt x="86868" y="1737359"/>
                  </a:lnTo>
                  <a:lnTo>
                    <a:pt x="1924812" y="1737359"/>
                  </a:lnTo>
                  <a:lnTo>
                    <a:pt x="1958637" y="1730537"/>
                  </a:lnTo>
                  <a:lnTo>
                    <a:pt x="1986248" y="1711928"/>
                  </a:lnTo>
                  <a:lnTo>
                    <a:pt x="2004857" y="1684317"/>
                  </a:lnTo>
                  <a:lnTo>
                    <a:pt x="2011680" y="1650491"/>
                  </a:lnTo>
                  <a:lnTo>
                    <a:pt x="2011680" y="86867"/>
                  </a:lnTo>
                  <a:lnTo>
                    <a:pt x="2004857" y="53042"/>
                  </a:lnTo>
                  <a:lnTo>
                    <a:pt x="1986248" y="25431"/>
                  </a:lnTo>
                  <a:lnTo>
                    <a:pt x="1958637" y="6822"/>
                  </a:lnTo>
                  <a:lnTo>
                    <a:pt x="1924812" y="0"/>
                  </a:lnTo>
                  <a:close/>
                </a:path>
              </a:pathLst>
            </a:custGeom>
            <a:solidFill>
              <a:srgbClr val="FFF3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404353" y="2121407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460" y="0"/>
                  </a:moveTo>
                  <a:lnTo>
                    <a:pt x="206243" y="4049"/>
                  </a:lnTo>
                  <a:lnTo>
                    <a:pt x="163693" y="15725"/>
                  </a:lnTo>
                  <a:lnTo>
                    <a:pt x="124516" y="34318"/>
                  </a:lnTo>
                  <a:lnTo>
                    <a:pt x="89422" y="59120"/>
                  </a:lnTo>
                  <a:lnTo>
                    <a:pt x="59120" y="89422"/>
                  </a:lnTo>
                  <a:lnTo>
                    <a:pt x="34318" y="124516"/>
                  </a:lnTo>
                  <a:lnTo>
                    <a:pt x="15725" y="163693"/>
                  </a:lnTo>
                  <a:lnTo>
                    <a:pt x="4049" y="206243"/>
                  </a:lnTo>
                  <a:lnTo>
                    <a:pt x="0" y="251460"/>
                  </a:lnTo>
                  <a:lnTo>
                    <a:pt x="4049" y="296676"/>
                  </a:lnTo>
                  <a:lnTo>
                    <a:pt x="15725" y="339226"/>
                  </a:lnTo>
                  <a:lnTo>
                    <a:pt x="34318" y="378403"/>
                  </a:lnTo>
                  <a:lnTo>
                    <a:pt x="59120" y="413497"/>
                  </a:lnTo>
                  <a:lnTo>
                    <a:pt x="89422" y="443799"/>
                  </a:lnTo>
                  <a:lnTo>
                    <a:pt x="124516" y="468601"/>
                  </a:lnTo>
                  <a:lnTo>
                    <a:pt x="163693" y="487194"/>
                  </a:lnTo>
                  <a:lnTo>
                    <a:pt x="206243" y="498870"/>
                  </a:lnTo>
                  <a:lnTo>
                    <a:pt x="251460" y="502920"/>
                  </a:lnTo>
                  <a:lnTo>
                    <a:pt x="296676" y="498870"/>
                  </a:lnTo>
                  <a:lnTo>
                    <a:pt x="339226" y="487194"/>
                  </a:lnTo>
                  <a:lnTo>
                    <a:pt x="378403" y="468601"/>
                  </a:lnTo>
                  <a:lnTo>
                    <a:pt x="413497" y="443799"/>
                  </a:lnTo>
                  <a:lnTo>
                    <a:pt x="443799" y="413497"/>
                  </a:lnTo>
                  <a:lnTo>
                    <a:pt x="468601" y="378403"/>
                  </a:lnTo>
                  <a:lnTo>
                    <a:pt x="487194" y="339226"/>
                  </a:lnTo>
                  <a:lnTo>
                    <a:pt x="498870" y="296676"/>
                  </a:lnTo>
                  <a:lnTo>
                    <a:pt x="502920" y="251460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C677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shiel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39396" y="2247137"/>
              <a:ext cx="237489" cy="251460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7986521" y="2233929"/>
            <a:ext cx="5105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585858"/>
                </a:solidFill>
                <a:latin typeface="Calibri"/>
                <a:cs typeface="Calibri"/>
              </a:rPr>
              <a:t>Step</a:t>
            </a:r>
            <a:r>
              <a:rPr dirty="0" sz="15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585858"/>
                </a:solidFill>
                <a:latin typeface="Calibri"/>
                <a:cs typeface="Calibri"/>
              </a:rPr>
              <a:t>4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392161" y="2712466"/>
            <a:ext cx="1443355" cy="9486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b="1">
                <a:solidFill>
                  <a:srgbClr val="C67700"/>
                </a:solidFill>
                <a:latin typeface="Calibri"/>
                <a:cs typeface="Calibri"/>
              </a:rPr>
              <a:t>Verify</a:t>
            </a:r>
            <a:r>
              <a:rPr dirty="0" sz="1850" spc="-10" b="1">
                <a:solidFill>
                  <a:srgbClr val="C67700"/>
                </a:solidFill>
                <a:latin typeface="Calibri"/>
                <a:cs typeface="Calibri"/>
              </a:rPr>
              <a:t> </a:t>
            </a:r>
            <a:r>
              <a:rPr dirty="0" sz="1850" b="1">
                <a:solidFill>
                  <a:srgbClr val="C67700"/>
                </a:solidFill>
                <a:latin typeface="Calibri"/>
                <a:cs typeface="Calibri"/>
              </a:rPr>
              <a:t>&amp;</a:t>
            </a:r>
            <a:r>
              <a:rPr dirty="0" sz="1850" spc="-40" b="1">
                <a:solidFill>
                  <a:srgbClr val="C67700"/>
                </a:solidFill>
                <a:latin typeface="Calibri"/>
                <a:cs typeface="Calibri"/>
              </a:rPr>
              <a:t> </a:t>
            </a:r>
            <a:r>
              <a:rPr dirty="0" sz="1850" spc="-10" b="1">
                <a:solidFill>
                  <a:srgbClr val="C67700"/>
                </a:solidFill>
                <a:latin typeface="Calibri"/>
                <a:cs typeface="Calibri"/>
              </a:rPr>
              <a:t>Store</a:t>
            </a:r>
            <a:endParaRPr sz="1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210"/>
              </a:spcBef>
            </a:pPr>
            <a:r>
              <a:rPr dirty="0" sz="1600">
                <a:solidFill>
                  <a:srgbClr val="252525"/>
                </a:solidFill>
                <a:latin typeface="Calibri"/>
                <a:cs typeface="Calibri"/>
              </a:rPr>
              <a:t>Identity</a:t>
            </a:r>
            <a:r>
              <a:rPr dirty="0" sz="16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252525"/>
                </a:solidFill>
                <a:latin typeface="Calibri"/>
                <a:cs typeface="Calibri"/>
              </a:rPr>
              <a:t>checked, saved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9445752" y="2011679"/>
            <a:ext cx="2011680" cy="1737360"/>
            <a:chOff x="9445752" y="2011679"/>
            <a:chExt cx="2011680" cy="1737360"/>
          </a:xfrm>
        </p:grpSpPr>
        <p:sp>
          <p:nvSpPr>
            <p:cNvPr id="32" name="object 32"/>
            <p:cNvSpPr/>
            <p:nvPr/>
          </p:nvSpPr>
          <p:spPr>
            <a:xfrm>
              <a:off x="9445752" y="2011679"/>
              <a:ext cx="2011680" cy="1737360"/>
            </a:xfrm>
            <a:custGeom>
              <a:avLst/>
              <a:gdLst/>
              <a:ahLst/>
              <a:cxnLst/>
              <a:rect l="l" t="t" r="r" b="b"/>
              <a:pathLst>
                <a:path w="2011679" h="1737360">
                  <a:moveTo>
                    <a:pt x="1924812" y="0"/>
                  </a:moveTo>
                  <a:lnTo>
                    <a:pt x="86868" y="0"/>
                  </a:lnTo>
                  <a:lnTo>
                    <a:pt x="53042" y="6822"/>
                  </a:lnTo>
                  <a:lnTo>
                    <a:pt x="25431" y="25431"/>
                  </a:lnTo>
                  <a:lnTo>
                    <a:pt x="6822" y="53042"/>
                  </a:lnTo>
                  <a:lnTo>
                    <a:pt x="0" y="86867"/>
                  </a:lnTo>
                  <a:lnTo>
                    <a:pt x="0" y="1650491"/>
                  </a:lnTo>
                  <a:lnTo>
                    <a:pt x="6822" y="1684317"/>
                  </a:lnTo>
                  <a:lnTo>
                    <a:pt x="25431" y="1711928"/>
                  </a:lnTo>
                  <a:lnTo>
                    <a:pt x="53042" y="1730537"/>
                  </a:lnTo>
                  <a:lnTo>
                    <a:pt x="86868" y="1737359"/>
                  </a:lnTo>
                  <a:lnTo>
                    <a:pt x="1924812" y="1737359"/>
                  </a:lnTo>
                  <a:lnTo>
                    <a:pt x="1958637" y="1730537"/>
                  </a:lnTo>
                  <a:lnTo>
                    <a:pt x="1986248" y="1711928"/>
                  </a:lnTo>
                  <a:lnTo>
                    <a:pt x="2004857" y="1684317"/>
                  </a:lnTo>
                  <a:lnTo>
                    <a:pt x="2011680" y="1650491"/>
                  </a:lnTo>
                  <a:lnTo>
                    <a:pt x="2011680" y="86867"/>
                  </a:lnTo>
                  <a:lnTo>
                    <a:pt x="2004857" y="53042"/>
                  </a:lnTo>
                  <a:lnTo>
                    <a:pt x="1986248" y="25431"/>
                  </a:lnTo>
                  <a:lnTo>
                    <a:pt x="1958637" y="6822"/>
                  </a:lnTo>
                  <a:lnTo>
                    <a:pt x="1924812" y="0"/>
                  </a:lnTo>
                  <a:close/>
                </a:path>
              </a:pathLst>
            </a:custGeom>
            <a:solidFill>
              <a:srgbClr val="FC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9582912" y="2121407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460" y="0"/>
                  </a:moveTo>
                  <a:lnTo>
                    <a:pt x="206243" y="4049"/>
                  </a:lnTo>
                  <a:lnTo>
                    <a:pt x="163693" y="15725"/>
                  </a:lnTo>
                  <a:lnTo>
                    <a:pt x="124516" y="34318"/>
                  </a:lnTo>
                  <a:lnTo>
                    <a:pt x="89422" y="59120"/>
                  </a:lnTo>
                  <a:lnTo>
                    <a:pt x="59120" y="89422"/>
                  </a:lnTo>
                  <a:lnTo>
                    <a:pt x="34318" y="124516"/>
                  </a:lnTo>
                  <a:lnTo>
                    <a:pt x="15725" y="163693"/>
                  </a:lnTo>
                  <a:lnTo>
                    <a:pt x="4049" y="206243"/>
                  </a:lnTo>
                  <a:lnTo>
                    <a:pt x="0" y="251460"/>
                  </a:lnTo>
                  <a:lnTo>
                    <a:pt x="4049" y="296676"/>
                  </a:lnTo>
                  <a:lnTo>
                    <a:pt x="15725" y="339226"/>
                  </a:lnTo>
                  <a:lnTo>
                    <a:pt x="34318" y="378403"/>
                  </a:lnTo>
                  <a:lnTo>
                    <a:pt x="59120" y="413497"/>
                  </a:lnTo>
                  <a:lnTo>
                    <a:pt x="89422" y="443799"/>
                  </a:lnTo>
                  <a:lnTo>
                    <a:pt x="124516" y="468601"/>
                  </a:lnTo>
                  <a:lnTo>
                    <a:pt x="163693" y="487194"/>
                  </a:lnTo>
                  <a:lnTo>
                    <a:pt x="206243" y="498870"/>
                  </a:lnTo>
                  <a:lnTo>
                    <a:pt x="251460" y="502920"/>
                  </a:lnTo>
                  <a:lnTo>
                    <a:pt x="296676" y="498870"/>
                  </a:lnTo>
                  <a:lnTo>
                    <a:pt x="339226" y="487194"/>
                  </a:lnTo>
                  <a:lnTo>
                    <a:pt x="378403" y="468601"/>
                  </a:lnTo>
                  <a:lnTo>
                    <a:pt x="413497" y="443799"/>
                  </a:lnTo>
                  <a:lnTo>
                    <a:pt x="443799" y="413497"/>
                  </a:lnTo>
                  <a:lnTo>
                    <a:pt x="468601" y="378403"/>
                  </a:lnTo>
                  <a:lnTo>
                    <a:pt x="487194" y="339226"/>
                  </a:lnTo>
                  <a:lnTo>
                    <a:pt x="498870" y="296676"/>
                  </a:lnTo>
                  <a:lnTo>
                    <a:pt x="502920" y="251460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chartbar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08642" y="2277720"/>
              <a:ext cx="251459" cy="190294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10165333" y="2233929"/>
            <a:ext cx="5105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585858"/>
                </a:solidFill>
                <a:latin typeface="Calibri"/>
                <a:cs typeface="Calibri"/>
              </a:rPr>
              <a:t>Step</a:t>
            </a:r>
            <a:r>
              <a:rPr dirty="0" sz="15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585858"/>
                </a:solidFill>
                <a:latin typeface="Calibri"/>
                <a:cs typeface="Calibri"/>
              </a:rPr>
              <a:t>5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570973" y="2712466"/>
            <a:ext cx="1542415" cy="704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b="1">
                <a:solidFill>
                  <a:srgbClr val="C00000"/>
                </a:solidFill>
                <a:latin typeface="Calibri"/>
                <a:cs typeface="Calibri"/>
              </a:rPr>
              <a:t>Analyse</a:t>
            </a:r>
            <a:r>
              <a:rPr dirty="0" sz="185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50" b="1">
                <a:solidFill>
                  <a:srgbClr val="C00000"/>
                </a:solidFill>
                <a:latin typeface="Calibri"/>
                <a:cs typeface="Calibri"/>
              </a:rPr>
              <a:t>&amp;</a:t>
            </a:r>
            <a:r>
              <a:rPr dirty="0" sz="185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50" spc="-10" b="1">
                <a:solidFill>
                  <a:srgbClr val="C00000"/>
                </a:solidFill>
                <a:latin typeface="Calibri"/>
                <a:cs typeface="Calibri"/>
              </a:rPr>
              <a:t>Alert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dirty="0" sz="1600">
                <a:solidFill>
                  <a:srgbClr val="252525"/>
                </a:solidFill>
                <a:latin typeface="Calibri"/>
                <a:cs typeface="Calibri"/>
              </a:rPr>
              <a:t>Reports</a:t>
            </a:r>
            <a:r>
              <a:rPr dirty="0" sz="160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1600" spc="-5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252525"/>
                </a:solidFill>
                <a:latin typeface="Calibri"/>
                <a:cs typeface="Calibri"/>
              </a:rPr>
              <a:t>alerts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31519" y="4023359"/>
            <a:ext cx="6675120" cy="2011680"/>
          </a:xfrm>
          <a:custGeom>
            <a:avLst/>
            <a:gdLst/>
            <a:ahLst/>
            <a:cxnLst/>
            <a:rect l="l" t="t" r="r" b="b"/>
            <a:pathLst>
              <a:path w="6675120" h="2011679">
                <a:moveTo>
                  <a:pt x="6574535" y="0"/>
                </a:moveTo>
                <a:lnTo>
                  <a:pt x="100584" y="0"/>
                </a:lnTo>
                <a:lnTo>
                  <a:pt x="61432" y="7911"/>
                </a:lnTo>
                <a:lnTo>
                  <a:pt x="29460" y="29479"/>
                </a:lnTo>
                <a:lnTo>
                  <a:pt x="7904" y="61454"/>
                </a:lnTo>
                <a:lnTo>
                  <a:pt x="0" y="100583"/>
                </a:lnTo>
                <a:lnTo>
                  <a:pt x="0" y="1911095"/>
                </a:lnTo>
                <a:lnTo>
                  <a:pt x="7904" y="1950247"/>
                </a:lnTo>
                <a:lnTo>
                  <a:pt x="29460" y="1982219"/>
                </a:lnTo>
                <a:lnTo>
                  <a:pt x="61432" y="2003775"/>
                </a:lnTo>
                <a:lnTo>
                  <a:pt x="100584" y="2011679"/>
                </a:lnTo>
                <a:lnTo>
                  <a:pt x="6574535" y="2011679"/>
                </a:lnTo>
                <a:lnTo>
                  <a:pt x="6613665" y="2003775"/>
                </a:lnTo>
                <a:lnTo>
                  <a:pt x="6645640" y="1982219"/>
                </a:lnTo>
                <a:lnTo>
                  <a:pt x="6667208" y="1950247"/>
                </a:lnTo>
                <a:lnTo>
                  <a:pt x="6675120" y="1911095"/>
                </a:lnTo>
                <a:lnTo>
                  <a:pt x="6675120" y="100583"/>
                </a:lnTo>
                <a:lnTo>
                  <a:pt x="6667208" y="61454"/>
                </a:lnTo>
                <a:lnTo>
                  <a:pt x="6645640" y="29479"/>
                </a:lnTo>
                <a:lnTo>
                  <a:pt x="6613665" y="7911"/>
                </a:lnTo>
                <a:lnTo>
                  <a:pt x="6574535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901700" y="4023466"/>
            <a:ext cx="2493010" cy="1313180"/>
          </a:xfrm>
          <a:prstGeom prst="rect">
            <a:avLst/>
          </a:prstGeom>
        </p:spPr>
        <p:txBody>
          <a:bodyPr wrap="square" lIns="0" tIns="175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dirty="0" sz="2050" b="1">
                <a:solidFill>
                  <a:srgbClr val="C00000"/>
                </a:solidFill>
                <a:latin typeface="Calibri"/>
                <a:cs typeface="Calibri"/>
              </a:rPr>
              <a:t>Key</a:t>
            </a:r>
            <a:r>
              <a:rPr dirty="0" sz="205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50" spc="-10" b="1">
                <a:solidFill>
                  <a:srgbClr val="C00000"/>
                </a:solidFill>
                <a:latin typeface="Calibri"/>
                <a:cs typeface="Calibri"/>
              </a:rPr>
              <a:t>Features</a:t>
            </a:r>
            <a:endParaRPr sz="2050">
              <a:latin typeface="Calibri"/>
              <a:cs typeface="Calibri"/>
            </a:endParaRPr>
          </a:p>
          <a:p>
            <a:pPr marL="194310" indent="-181610">
              <a:lnSpc>
                <a:spcPct val="100000"/>
              </a:lnSpc>
              <a:spcBef>
                <a:spcPts val="1155"/>
              </a:spcBef>
              <a:buClr>
                <a:srgbClr val="C00000"/>
              </a:buClr>
              <a:buChar char="•"/>
              <a:tabLst>
                <a:tab pos="194310" algn="l"/>
              </a:tabLst>
            </a:pPr>
            <a:r>
              <a:rPr dirty="0" sz="1850">
                <a:solidFill>
                  <a:srgbClr val="252525"/>
                </a:solidFill>
                <a:latin typeface="Calibri"/>
                <a:cs typeface="Calibri"/>
              </a:rPr>
              <a:t>Dynamic</a:t>
            </a:r>
            <a:r>
              <a:rPr dirty="0" sz="185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2525"/>
                </a:solidFill>
                <a:latin typeface="Calibri"/>
                <a:cs typeface="Calibri"/>
              </a:rPr>
              <a:t>QR</a:t>
            </a:r>
            <a:r>
              <a:rPr dirty="0" sz="185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252525"/>
                </a:solidFill>
                <a:latin typeface="Calibri"/>
                <a:cs typeface="Calibri"/>
              </a:rPr>
              <a:t>codes</a:t>
            </a:r>
            <a:endParaRPr sz="1850">
              <a:latin typeface="Calibri"/>
              <a:cs typeface="Calibri"/>
            </a:endParaRPr>
          </a:p>
          <a:p>
            <a:pPr marL="194310" indent="-181610">
              <a:lnSpc>
                <a:spcPct val="100000"/>
              </a:lnSpc>
              <a:spcBef>
                <a:spcPts val="795"/>
              </a:spcBef>
              <a:buClr>
                <a:srgbClr val="C00000"/>
              </a:buClr>
              <a:buChar char="•"/>
              <a:tabLst>
                <a:tab pos="194310" algn="l"/>
              </a:tabLst>
            </a:pPr>
            <a:r>
              <a:rPr dirty="0" sz="1850" spc="-10">
                <a:solidFill>
                  <a:srgbClr val="252525"/>
                </a:solidFill>
                <a:latin typeface="Calibri"/>
                <a:cs typeface="Calibri"/>
              </a:rPr>
              <a:t>Real-</a:t>
            </a:r>
            <a:r>
              <a:rPr dirty="0" sz="1850">
                <a:solidFill>
                  <a:srgbClr val="252525"/>
                </a:solidFill>
                <a:latin typeface="Calibri"/>
                <a:cs typeface="Calibri"/>
              </a:rPr>
              <a:t>time</a:t>
            </a:r>
            <a:r>
              <a:rPr dirty="0" sz="1850" spc="-6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2525"/>
                </a:solidFill>
                <a:latin typeface="Calibri"/>
                <a:cs typeface="Calibri"/>
              </a:rPr>
              <a:t>attendance</a:t>
            </a:r>
            <a:r>
              <a:rPr dirty="0" sz="185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50" spc="-50">
                <a:solidFill>
                  <a:srgbClr val="252525"/>
                </a:solidFill>
                <a:latin typeface="Calibri"/>
                <a:cs typeface="Calibri"/>
              </a:rPr>
              <a:t>%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148073" y="4544263"/>
            <a:ext cx="2328545" cy="792480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894"/>
              </a:spcBef>
              <a:buClr>
                <a:srgbClr val="C00000"/>
              </a:buClr>
              <a:buChar char="•"/>
              <a:tabLst>
                <a:tab pos="194310" algn="l"/>
              </a:tabLst>
            </a:pPr>
            <a:r>
              <a:rPr dirty="0" sz="1850">
                <a:solidFill>
                  <a:srgbClr val="252525"/>
                </a:solidFill>
                <a:latin typeface="Calibri"/>
                <a:cs typeface="Calibri"/>
              </a:rPr>
              <a:t>Low</a:t>
            </a:r>
            <a:r>
              <a:rPr dirty="0" sz="1850" spc="-8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2525"/>
                </a:solidFill>
                <a:latin typeface="Calibri"/>
                <a:cs typeface="Calibri"/>
              </a:rPr>
              <a:t>attendance</a:t>
            </a:r>
            <a:r>
              <a:rPr dirty="0" sz="1850" spc="-5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252525"/>
                </a:solidFill>
                <a:latin typeface="Calibri"/>
                <a:cs typeface="Calibri"/>
              </a:rPr>
              <a:t>alerts</a:t>
            </a:r>
            <a:endParaRPr sz="1850">
              <a:latin typeface="Calibri"/>
              <a:cs typeface="Calibri"/>
            </a:endParaRPr>
          </a:p>
          <a:p>
            <a:pPr marL="194310" indent="-181610">
              <a:lnSpc>
                <a:spcPct val="100000"/>
              </a:lnSpc>
              <a:spcBef>
                <a:spcPts val="800"/>
              </a:spcBef>
              <a:buClr>
                <a:srgbClr val="C00000"/>
              </a:buClr>
              <a:buChar char="•"/>
              <a:tabLst>
                <a:tab pos="194310" algn="l"/>
              </a:tabLst>
            </a:pPr>
            <a:r>
              <a:rPr dirty="0" sz="1850">
                <a:solidFill>
                  <a:srgbClr val="252525"/>
                </a:solidFill>
                <a:latin typeface="Calibri"/>
                <a:cs typeface="Calibri"/>
              </a:rPr>
              <a:t>Reports</a:t>
            </a:r>
            <a:r>
              <a:rPr dirty="0" sz="185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2525"/>
                </a:solidFill>
                <a:latin typeface="Calibri"/>
                <a:cs typeface="Calibri"/>
              </a:rPr>
              <a:t>&amp;</a:t>
            </a:r>
            <a:r>
              <a:rPr dirty="0" sz="185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252525"/>
                </a:solidFill>
                <a:latin typeface="Calibri"/>
                <a:cs typeface="Calibri"/>
              </a:rPr>
              <a:t>dashboards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589519" y="4023359"/>
            <a:ext cx="3868420" cy="2011680"/>
          </a:xfrm>
          <a:custGeom>
            <a:avLst/>
            <a:gdLst/>
            <a:ahLst/>
            <a:cxnLst/>
            <a:rect l="l" t="t" r="r" b="b"/>
            <a:pathLst>
              <a:path w="3868420" h="2011679">
                <a:moveTo>
                  <a:pt x="3767328" y="0"/>
                </a:moveTo>
                <a:lnTo>
                  <a:pt x="100584" y="0"/>
                </a:lnTo>
                <a:lnTo>
                  <a:pt x="61454" y="7911"/>
                </a:lnTo>
                <a:lnTo>
                  <a:pt x="29479" y="29479"/>
                </a:lnTo>
                <a:lnTo>
                  <a:pt x="7911" y="61454"/>
                </a:lnTo>
                <a:lnTo>
                  <a:pt x="0" y="100583"/>
                </a:lnTo>
                <a:lnTo>
                  <a:pt x="0" y="1911095"/>
                </a:lnTo>
                <a:lnTo>
                  <a:pt x="7911" y="1950247"/>
                </a:lnTo>
                <a:lnTo>
                  <a:pt x="29479" y="1982219"/>
                </a:lnTo>
                <a:lnTo>
                  <a:pt x="61454" y="2003775"/>
                </a:lnTo>
                <a:lnTo>
                  <a:pt x="100584" y="2011679"/>
                </a:lnTo>
                <a:lnTo>
                  <a:pt x="3767328" y="2011679"/>
                </a:lnTo>
                <a:lnTo>
                  <a:pt x="3806457" y="2003775"/>
                </a:lnTo>
                <a:lnTo>
                  <a:pt x="3838432" y="1982219"/>
                </a:lnTo>
                <a:lnTo>
                  <a:pt x="3860000" y="1950247"/>
                </a:lnTo>
                <a:lnTo>
                  <a:pt x="3867912" y="1911095"/>
                </a:lnTo>
                <a:lnTo>
                  <a:pt x="3867912" y="100583"/>
                </a:lnTo>
                <a:lnTo>
                  <a:pt x="3860000" y="61454"/>
                </a:lnTo>
                <a:lnTo>
                  <a:pt x="3838432" y="29479"/>
                </a:lnTo>
                <a:lnTo>
                  <a:pt x="3806457" y="7911"/>
                </a:lnTo>
                <a:lnTo>
                  <a:pt x="376732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7835392" y="4119936"/>
            <a:ext cx="2412365" cy="1450340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2050" spc="-10" b="1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endParaRPr sz="2050">
              <a:latin typeface="Calibri"/>
              <a:cs typeface="Calibri"/>
            </a:endParaRPr>
          </a:p>
          <a:p>
            <a:pPr marL="12700" marR="5080">
              <a:lnSpc>
                <a:spcPct val="118000"/>
              </a:lnSpc>
              <a:spcBef>
                <a:spcPts val="215"/>
              </a:spcBef>
            </a:pPr>
            <a:r>
              <a:rPr dirty="0" sz="1850" b="1">
                <a:solidFill>
                  <a:srgbClr val="FFFFFF"/>
                </a:solidFill>
                <a:latin typeface="Calibri"/>
                <a:cs typeface="Calibri"/>
              </a:rPr>
              <a:t>Frontend:</a:t>
            </a:r>
            <a:r>
              <a:rPr dirty="0" sz="185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React</a:t>
            </a:r>
            <a:r>
              <a:rPr dirty="0" sz="18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dirty="0" sz="18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FFFFFF"/>
                </a:solidFill>
                <a:latin typeface="Calibri"/>
                <a:cs typeface="Calibri"/>
              </a:rPr>
              <a:t>Flutter </a:t>
            </a:r>
            <a:r>
              <a:rPr dirty="0" sz="1850" b="1">
                <a:solidFill>
                  <a:srgbClr val="FFFFFF"/>
                </a:solidFill>
                <a:latin typeface="Calibri"/>
                <a:cs typeface="Calibri"/>
              </a:rPr>
              <a:t>Backend:</a:t>
            </a:r>
            <a:r>
              <a:rPr dirty="0" sz="1850" spc="-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FFFFFF"/>
                </a:solidFill>
                <a:latin typeface="Calibri"/>
                <a:cs typeface="Calibri"/>
              </a:rPr>
              <a:t>Node.js </a:t>
            </a:r>
            <a:r>
              <a:rPr dirty="0" sz="1850" b="1">
                <a:solidFill>
                  <a:srgbClr val="FFFFFF"/>
                </a:solidFill>
                <a:latin typeface="Calibri"/>
                <a:cs typeface="Calibri"/>
              </a:rPr>
              <a:t>Database:</a:t>
            </a:r>
            <a:r>
              <a:rPr dirty="0" sz="1850" spc="-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Secure</a:t>
            </a:r>
            <a:r>
              <a:rPr dirty="0" sz="185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25">
                <a:solidFill>
                  <a:srgbClr val="FFFFFF"/>
                </a:solidFill>
                <a:latin typeface="Calibri"/>
                <a:cs typeface="Calibri"/>
              </a:rPr>
              <a:t>DB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095" y="6214871"/>
            <a:ext cx="12205335" cy="650240"/>
            <a:chOff x="-6095" y="6214871"/>
            <a:chExt cx="12205335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285"/>
                  </a:lnTo>
                  <a:lnTo>
                    <a:pt x="12192000" y="63728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81" y="6221348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285"/>
                  </a:moveTo>
                  <a:lnTo>
                    <a:pt x="12192000" y="63728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285"/>
                  </a:lnTo>
                  <a:close/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55"/>
              <a:t>DTIE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1126489" y="6381986"/>
            <a:ext cx="145415" cy="290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|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114"/>
              <a:t>Department</a:t>
            </a:r>
            <a:r>
              <a:rPr dirty="0" spc="-190"/>
              <a:t> </a:t>
            </a:r>
            <a:r>
              <a:rPr dirty="0" spc="-55"/>
              <a:t>of</a:t>
            </a:r>
            <a:r>
              <a:rPr dirty="0" spc="-185"/>
              <a:t> </a:t>
            </a:r>
            <a:r>
              <a:rPr dirty="0" spc="-95"/>
              <a:t>Multi</a:t>
            </a:r>
            <a:r>
              <a:rPr dirty="0" spc="-190"/>
              <a:t> </a:t>
            </a:r>
            <a:r>
              <a:rPr dirty="0" spc="-114"/>
              <a:t>Disciplinary</a:t>
            </a:r>
            <a:r>
              <a:rPr dirty="0" spc="-195"/>
              <a:t> </a:t>
            </a:r>
            <a:r>
              <a:rPr dirty="0" spc="-110"/>
              <a:t>Innovation</a:t>
            </a:r>
            <a:r>
              <a:rPr dirty="0" spc="-190"/>
              <a:t> </a:t>
            </a:r>
            <a:r>
              <a:rPr dirty="0" spc="-20"/>
              <a:t>&amp;</a:t>
            </a:r>
            <a:r>
              <a:rPr dirty="0" spc="-160"/>
              <a:t> </a:t>
            </a:r>
            <a:r>
              <a:rPr dirty="0" spc="-85"/>
              <a:t>Entrepreneurship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90"/>
              <a:t>Images/Storyboard/Architecture</a:t>
            </a:r>
          </a:p>
        </p:txBody>
      </p:sp>
      <p:sp>
        <p:nvSpPr>
          <p:cNvPr id="6" name="object 6"/>
          <p:cNvSpPr/>
          <p:nvPr/>
        </p:nvSpPr>
        <p:spPr>
          <a:xfrm>
            <a:off x="731519" y="1417319"/>
            <a:ext cx="1828800" cy="822960"/>
          </a:xfrm>
          <a:custGeom>
            <a:avLst/>
            <a:gdLst/>
            <a:ahLst/>
            <a:cxnLst/>
            <a:rect l="l" t="t" r="r" b="b"/>
            <a:pathLst>
              <a:path w="1828800" h="822960">
                <a:moveTo>
                  <a:pt x="1787652" y="0"/>
                </a:moveTo>
                <a:lnTo>
                  <a:pt x="41148" y="0"/>
                </a:lnTo>
                <a:lnTo>
                  <a:pt x="25133" y="3232"/>
                </a:lnTo>
                <a:lnTo>
                  <a:pt x="12053" y="12049"/>
                </a:lnTo>
                <a:lnTo>
                  <a:pt x="3234" y="25128"/>
                </a:lnTo>
                <a:lnTo>
                  <a:pt x="0" y="41148"/>
                </a:lnTo>
                <a:lnTo>
                  <a:pt x="0" y="781812"/>
                </a:lnTo>
                <a:lnTo>
                  <a:pt x="3234" y="797831"/>
                </a:lnTo>
                <a:lnTo>
                  <a:pt x="12053" y="810910"/>
                </a:lnTo>
                <a:lnTo>
                  <a:pt x="25133" y="819727"/>
                </a:lnTo>
                <a:lnTo>
                  <a:pt x="41148" y="822960"/>
                </a:lnTo>
                <a:lnTo>
                  <a:pt x="1787652" y="822960"/>
                </a:lnTo>
                <a:lnTo>
                  <a:pt x="1803671" y="819727"/>
                </a:lnTo>
                <a:lnTo>
                  <a:pt x="1816750" y="810910"/>
                </a:lnTo>
                <a:lnTo>
                  <a:pt x="1825567" y="797831"/>
                </a:lnTo>
                <a:lnTo>
                  <a:pt x="1828800" y="781812"/>
                </a:lnTo>
                <a:lnTo>
                  <a:pt x="1828800" y="41148"/>
                </a:lnTo>
                <a:lnTo>
                  <a:pt x="1825567" y="25128"/>
                </a:lnTo>
                <a:lnTo>
                  <a:pt x="1816750" y="12049"/>
                </a:lnTo>
                <a:lnTo>
                  <a:pt x="1803671" y="3232"/>
                </a:lnTo>
                <a:lnTo>
                  <a:pt x="178765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486" y="1660906"/>
            <a:ext cx="1610995" cy="307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b="1">
                <a:solidFill>
                  <a:srgbClr val="FFFFFF"/>
                </a:solidFill>
                <a:latin typeface="Calibri"/>
                <a:cs typeface="Calibri"/>
              </a:rPr>
              <a:t>Student</a:t>
            </a:r>
            <a:r>
              <a:rPr dirty="0" sz="18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10" b="1">
                <a:solidFill>
                  <a:srgbClr val="FFFFFF"/>
                </a:solidFill>
                <a:latin typeface="Calibri"/>
                <a:cs typeface="Calibri"/>
              </a:rPr>
              <a:t>Identity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15183" y="1719072"/>
            <a:ext cx="285750" cy="219710"/>
          </a:xfrm>
          <a:custGeom>
            <a:avLst/>
            <a:gdLst/>
            <a:ahLst/>
            <a:cxnLst/>
            <a:rect l="l" t="t" r="r" b="b"/>
            <a:pathLst>
              <a:path w="285750" h="219710">
                <a:moveTo>
                  <a:pt x="176022" y="0"/>
                </a:moveTo>
                <a:lnTo>
                  <a:pt x="176022" y="54863"/>
                </a:lnTo>
                <a:lnTo>
                  <a:pt x="0" y="54863"/>
                </a:lnTo>
                <a:lnTo>
                  <a:pt x="0" y="164591"/>
                </a:lnTo>
                <a:lnTo>
                  <a:pt x="176022" y="164591"/>
                </a:lnTo>
                <a:lnTo>
                  <a:pt x="176022" y="219455"/>
                </a:lnTo>
                <a:lnTo>
                  <a:pt x="285750" y="109727"/>
                </a:lnTo>
                <a:lnTo>
                  <a:pt x="176022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955798" y="1417319"/>
            <a:ext cx="1828800" cy="822960"/>
          </a:xfrm>
          <a:custGeom>
            <a:avLst/>
            <a:gdLst/>
            <a:ahLst/>
            <a:cxnLst/>
            <a:rect l="l" t="t" r="r" b="b"/>
            <a:pathLst>
              <a:path w="1828800" h="822960">
                <a:moveTo>
                  <a:pt x="1787652" y="0"/>
                </a:moveTo>
                <a:lnTo>
                  <a:pt x="41148" y="0"/>
                </a:lnTo>
                <a:lnTo>
                  <a:pt x="25128" y="3232"/>
                </a:lnTo>
                <a:lnTo>
                  <a:pt x="12049" y="12049"/>
                </a:lnTo>
                <a:lnTo>
                  <a:pt x="3232" y="25128"/>
                </a:lnTo>
                <a:lnTo>
                  <a:pt x="0" y="41148"/>
                </a:lnTo>
                <a:lnTo>
                  <a:pt x="0" y="781812"/>
                </a:lnTo>
                <a:lnTo>
                  <a:pt x="3232" y="797831"/>
                </a:lnTo>
                <a:lnTo>
                  <a:pt x="12049" y="810910"/>
                </a:lnTo>
                <a:lnTo>
                  <a:pt x="25128" y="819727"/>
                </a:lnTo>
                <a:lnTo>
                  <a:pt x="41148" y="822960"/>
                </a:lnTo>
                <a:lnTo>
                  <a:pt x="1787652" y="822960"/>
                </a:lnTo>
                <a:lnTo>
                  <a:pt x="1803671" y="819727"/>
                </a:lnTo>
                <a:lnTo>
                  <a:pt x="1816750" y="810910"/>
                </a:lnTo>
                <a:lnTo>
                  <a:pt x="1825567" y="797831"/>
                </a:lnTo>
                <a:lnTo>
                  <a:pt x="1828800" y="781812"/>
                </a:lnTo>
                <a:lnTo>
                  <a:pt x="1828800" y="41148"/>
                </a:lnTo>
                <a:lnTo>
                  <a:pt x="1825567" y="25128"/>
                </a:lnTo>
                <a:lnTo>
                  <a:pt x="1816750" y="12049"/>
                </a:lnTo>
                <a:lnTo>
                  <a:pt x="1803671" y="3232"/>
                </a:lnTo>
                <a:lnTo>
                  <a:pt x="1787652" y="0"/>
                </a:lnTo>
                <a:close/>
              </a:path>
            </a:pathLst>
          </a:custGeom>
          <a:solidFill>
            <a:srgbClr val="1F4E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458971" y="1660906"/>
            <a:ext cx="822960" cy="307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b="1">
                <a:solidFill>
                  <a:srgbClr val="FFFFFF"/>
                </a:solidFill>
                <a:latin typeface="Calibri"/>
                <a:cs typeface="Calibri"/>
              </a:rPr>
              <a:t>QR</a:t>
            </a:r>
            <a:r>
              <a:rPr dirty="0" sz="185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20" b="1">
                <a:solidFill>
                  <a:srgbClr val="FFFFFF"/>
                </a:solidFill>
                <a:latin typeface="Calibri"/>
                <a:cs typeface="Calibri"/>
              </a:rPr>
              <a:t>Scan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839461" y="1719072"/>
            <a:ext cx="285750" cy="219710"/>
          </a:xfrm>
          <a:custGeom>
            <a:avLst/>
            <a:gdLst/>
            <a:ahLst/>
            <a:cxnLst/>
            <a:rect l="l" t="t" r="r" b="b"/>
            <a:pathLst>
              <a:path w="285750" h="219710">
                <a:moveTo>
                  <a:pt x="176022" y="0"/>
                </a:moveTo>
                <a:lnTo>
                  <a:pt x="176022" y="54863"/>
                </a:lnTo>
                <a:lnTo>
                  <a:pt x="0" y="54863"/>
                </a:lnTo>
                <a:lnTo>
                  <a:pt x="0" y="164591"/>
                </a:lnTo>
                <a:lnTo>
                  <a:pt x="176022" y="164591"/>
                </a:lnTo>
                <a:lnTo>
                  <a:pt x="176022" y="219455"/>
                </a:lnTo>
                <a:lnTo>
                  <a:pt x="285750" y="109727"/>
                </a:lnTo>
                <a:lnTo>
                  <a:pt x="176022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180076" y="1417319"/>
            <a:ext cx="1828800" cy="822960"/>
          </a:xfrm>
          <a:custGeom>
            <a:avLst/>
            <a:gdLst/>
            <a:ahLst/>
            <a:cxnLst/>
            <a:rect l="l" t="t" r="r" b="b"/>
            <a:pathLst>
              <a:path w="1828800" h="822960">
                <a:moveTo>
                  <a:pt x="1787652" y="0"/>
                </a:moveTo>
                <a:lnTo>
                  <a:pt x="41148" y="0"/>
                </a:lnTo>
                <a:lnTo>
                  <a:pt x="25128" y="3232"/>
                </a:lnTo>
                <a:lnTo>
                  <a:pt x="12049" y="12049"/>
                </a:lnTo>
                <a:lnTo>
                  <a:pt x="3232" y="25128"/>
                </a:lnTo>
                <a:lnTo>
                  <a:pt x="0" y="41148"/>
                </a:lnTo>
                <a:lnTo>
                  <a:pt x="0" y="781812"/>
                </a:lnTo>
                <a:lnTo>
                  <a:pt x="3232" y="797831"/>
                </a:lnTo>
                <a:lnTo>
                  <a:pt x="12049" y="810910"/>
                </a:lnTo>
                <a:lnTo>
                  <a:pt x="25128" y="819727"/>
                </a:lnTo>
                <a:lnTo>
                  <a:pt x="41148" y="822960"/>
                </a:lnTo>
                <a:lnTo>
                  <a:pt x="1787652" y="822960"/>
                </a:lnTo>
                <a:lnTo>
                  <a:pt x="1803671" y="819727"/>
                </a:lnTo>
                <a:lnTo>
                  <a:pt x="1816750" y="810910"/>
                </a:lnTo>
                <a:lnTo>
                  <a:pt x="1825567" y="797831"/>
                </a:lnTo>
                <a:lnTo>
                  <a:pt x="1828800" y="781812"/>
                </a:lnTo>
                <a:lnTo>
                  <a:pt x="1828800" y="41148"/>
                </a:lnTo>
                <a:lnTo>
                  <a:pt x="1825567" y="25128"/>
                </a:lnTo>
                <a:lnTo>
                  <a:pt x="1816750" y="12049"/>
                </a:lnTo>
                <a:lnTo>
                  <a:pt x="1803671" y="3232"/>
                </a:lnTo>
                <a:lnTo>
                  <a:pt x="1787652" y="0"/>
                </a:lnTo>
                <a:close/>
              </a:path>
            </a:pathLst>
          </a:custGeom>
          <a:solidFill>
            <a:srgbClr val="0F8F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514085" y="1660906"/>
            <a:ext cx="1162050" cy="307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-10" b="1">
                <a:solidFill>
                  <a:srgbClr val="FFFFFF"/>
                </a:solidFill>
                <a:latin typeface="Calibri"/>
                <a:cs typeface="Calibri"/>
              </a:rPr>
              <a:t>Verification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063740" y="1719072"/>
            <a:ext cx="285750" cy="219710"/>
          </a:xfrm>
          <a:custGeom>
            <a:avLst/>
            <a:gdLst/>
            <a:ahLst/>
            <a:cxnLst/>
            <a:rect l="l" t="t" r="r" b="b"/>
            <a:pathLst>
              <a:path w="285750" h="219710">
                <a:moveTo>
                  <a:pt x="176022" y="0"/>
                </a:moveTo>
                <a:lnTo>
                  <a:pt x="176022" y="54863"/>
                </a:lnTo>
                <a:lnTo>
                  <a:pt x="0" y="54863"/>
                </a:lnTo>
                <a:lnTo>
                  <a:pt x="0" y="164591"/>
                </a:lnTo>
                <a:lnTo>
                  <a:pt x="176022" y="164591"/>
                </a:lnTo>
                <a:lnTo>
                  <a:pt x="176022" y="219455"/>
                </a:lnTo>
                <a:lnTo>
                  <a:pt x="285750" y="109727"/>
                </a:lnTo>
                <a:lnTo>
                  <a:pt x="176022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404354" y="1417319"/>
            <a:ext cx="1828800" cy="822960"/>
          </a:xfrm>
          <a:custGeom>
            <a:avLst/>
            <a:gdLst/>
            <a:ahLst/>
            <a:cxnLst/>
            <a:rect l="l" t="t" r="r" b="b"/>
            <a:pathLst>
              <a:path w="1828800" h="822960">
                <a:moveTo>
                  <a:pt x="1787652" y="0"/>
                </a:moveTo>
                <a:lnTo>
                  <a:pt x="41148" y="0"/>
                </a:lnTo>
                <a:lnTo>
                  <a:pt x="25128" y="3232"/>
                </a:lnTo>
                <a:lnTo>
                  <a:pt x="12049" y="12049"/>
                </a:lnTo>
                <a:lnTo>
                  <a:pt x="3232" y="25128"/>
                </a:lnTo>
                <a:lnTo>
                  <a:pt x="0" y="41148"/>
                </a:lnTo>
                <a:lnTo>
                  <a:pt x="0" y="781812"/>
                </a:lnTo>
                <a:lnTo>
                  <a:pt x="3232" y="797831"/>
                </a:lnTo>
                <a:lnTo>
                  <a:pt x="12049" y="810910"/>
                </a:lnTo>
                <a:lnTo>
                  <a:pt x="25128" y="819727"/>
                </a:lnTo>
                <a:lnTo>
                  <a:pt x="41148" y="822960"/>
                </a:lnTo>
                <a:lnTo>
                  <a:pt x="1787652" y="822960"/>
                </a:lnTo>
                <a:lnTo>
                  <a:pt x="1803671" y="819727"/>
                </a:lnTo>
                <a:lnTo>
                  <a:pt x="1816750" y="810910"/>
                </a:lnTo>
                <a:lnTo>
                  <a:pt x="1825567" y="797831"/>
                </a:lnTo>
                <a:lnTo>
                  <a:pt x="1828800" y="781812"/>
                </a:lnTo>
                <a:lnTo>
                  <a:pt x="1828800" y="41148"/>
                </a:lnTo>
                <a:lnTo>
                  <a:pt x="1825567" y="25128"/>
                </a:lnTo>
                <a:lnTo>
                  <a:pt x="1816750" y="12049"/>
                </a:lnTo>
                <a:lnTo>
                  <a:pt x="1803671" y="3232"/>
                </a:lnTo>
                <a:lnTo>
                  <a:pt x="1787652" y="0"/>
                </a:lnTo>
                <a:close/>
              </a:path>
            </a:pathLst>
          </a:custGeom>
          <a:solidFill>
            <a:srgbClr val="C677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494778" y="1660906"/>
            <a:ext cx="1648460" cy="307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b="1">
                <a:solidFill>
                  <a:srgbClr val="FFFFFF"/>
                </a:solidFill>
                <a:latin typeface="Calibri"/>
                <a:cs typeface="Calibri"/>
              </a:rPr>
              <a:t>Secure</a:t>
            </a:r>
            <a:r>
              <a:rPr dirty="0" sz="1850" spc="-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10" b="1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288018" y="1719072"/>
            <a:ext cx="285750" cy="219710"/>
          </a:xfrm>
          <a:custGeom>
            <a:avLst/>
            <a:gdLst/>
            <a:ahLst/>
            <a:cxnLst/>
            <a:rect l="l" t="t" r="r" b="b"/>
            <a:pathLst>
              <a:path w="285750" h="219710">
                <a:moveTo>
                  <a:pt x="176022" y="0"/>
                </a:moveTo>
                <a:lnTo>
                  <a:pt x="176022" y="54863"/>
                </a:lnTo>
                <a:lnTo>
                  <a:pt x="0" y="54863"/>
                </a:lnTo>
                <a:lnTo>
                  <a:pt x="0" y="164591"/>
                </a:lnTo>
                <a:lnTo>
                  <a:pt x="176022" y="164591"/>
                </a:lnTo>
                <a:lnTo>
                  <a:pt x="176022" y="219455"/>
                </a:lnTo>
                <a:lnTo>
                  <a:pt x="285750" y="109727"/>
                </a:lnTo>
                <a:lnTo>
                  <a:pt x="176022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628631" y="1417319"/>
            <a:ext cx="1828800" cy="822960"/>
          </a:xfrm>
          <a:custGeom>
            <a:avLst/>
            <a:gdLst/>
            <a:ahLst/>
            <a:cxnLst/>
            <a:rect l="l" t="t" r="r" b="b"/>
            <a:pathLst>
              <a:path w="1828800" h="822960">
                <a:moveTo>
                  <a:pt x="1787652" y="0"/>
                </a:moveTo>
                <a:lnTo>
                  <a:pt x="41148" y="0"/>
                </a:lnTo>
                <a:lnTo>
                  <a:pt x="25128" y="3232"/>
                </a:lnTo>
                <a:lnTo>
                  <a:pt x="12049" y="12049"/>
                </a:lnTo>
                <a:lnTo>
                  <a:pt x="3232" y="25128"/>
                </a:lnTo>
                <a:lnTo>
                  <a:pt x="0" y="41148"/>
                </a:lnTo>
                <a:lnTo>
                  <a:pt x="0" y="781812"/>
                </a:lnTo>
                <a:lnTo>
                  <a:pt x="3232" y="797831"/>
                </a:lnTo>
                <a:lnTo>
                  <a:pt x="12049" y="810910"/>
                </a:lnTo>
                <a:lnTo>
                  <a:pt x="25128" y="819727"/>
                </a:lnTo>
                <a:lnTo>
                  <a:pt x="41148" y="822960"/>
                </a:lnTo>
                <a:lnTo>
                  <a:pt x="1787652" y="822960"/>
                </a:lnTo>
                <a:lnTo>
                  <a:pt x="1803671" y="819727"/>
                </a:lnTo>
                <a:lnTo>
                  <a:pt x="1816750" y="810910"/>
                </a:lnTo>
                <a:lnTo>
                  <a:pt x="1825567" y="797831"/>
                </a:lnTo>
                <a:lnTo>
                  <a:pt x="1828800" y="781812"/>
                </a:lnTo>
                <a:lnTo>
                  <a:pt x="1828800" y="41148"/>
                </a:lnTo>
                <a:lnTo>
                  <a:pt x="1825567" y="25128"/>
                </a:lnTo>
                <a:lnTo>
                  <a:pt x="1816750" y="12049"/>
                </a:lnTo>
                <a:lnTo>
                  <a:pt x="1803671" y="3232"/>
                </a:lnTo>
                <a:lnTo>
                  <a:pt x="178765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9892030" y="1519936"/>
            <a:ext cx="1302385" cy="5892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63220" marR="5080" indent="-350520">
              <a:lnSpc>
                <a:spcPct val="100000"/>
              </a:lnSpc>
              <a:spcBef>
                <a:spcPts val="95"/>
              </a:spcBef>
            </a:pPr>
            <a:r>
              <a:rPr dirty="0" sz="1850" spc="-10" b="1">
                <a:solidFill>
                  <a:srgbClr val="FFFFFF"/>
                </a:solidFill>
                <a:latin typeface="Calibri"/>
                <a:cs typeface="Calibri"/>
              </a:rPr>
              <a:t>Dashboard</a:t>
            </a:r>
            <a:r>
              <a:rPr dirty="0" sz="185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50" b="1">
                <a:solidFill>
                  <a:srgbClr val="FFFFFF"/>
                </a:solidFill>
                <a:latin typeface="Calibri"/>
                <a:cs typeface="Calibri"/>
              </a:rPr>
              <a:t>&amp; </a:t>
            </a:r>
            <a:r>
              <a:rPr dirty="0" sz="1850" spc="-10" b="1">
                <a:solidFill>
                  <a:srgbClr val="FFFFFF"/>
                </a:solidFill>
                <a:latin typeface="Calibri"/>
                <a:cs typeface="Calibri"/>
              </a:rPr>
              <a:t>Alerts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31519" y="2560320"/>
            <a:ext cx="6126480" cy="3429000"/>
          </a:xfrm>
          <a:custGeom>
            <a:avLst/>
            <a:gdLst/>
            <a:ahLst/>
            <a:cxnLst/>
            <a:rect l="l" t="t" r="r" b="b"/>
            <a:pathLst>
              <a:path w="6126480" h="3429000">
                <a:moveTo>
                  <a:pt x="5955030" y="0"/>
                </a:moveTo>
                <a:lnTo>
                  <a:pt x="171450" y="0"/>
                </a:lnTo>
                <a:lnTo>
                  <a:pt x="125871" y="6120"/>
                </a:lnTo>
                <a:lnTo>
                  <a:pt x="84915" y="23396"/>
                </a:lnTo>
                <a:lnTo>
                  <a:pt x="50215" y="50196"/>
                </a:lnTo>
                <a:lnTo>
                  <a:pt x="23407" y="84892"/>
                </a:lnTo>
                <a:lnTo>
                  <a:pt x="6124" y="125853"/>
                </a:lnTo>
                <a:lnTo>
                  <a:pt x="0" y="171450"/>
                </a:lnTo>
                <a:lnTo>
                  <a:pt x="0" y="3257550"/>
                </a:lnTo>
                <a:lnTo>
                  <a:pt x="6124" y="3303128"/>
                </a:lnTo>
                <a:lnTo>
                  <a:pt x="23407" y="3344084"/>
                </a:lnTo>
                <a:lnTo>
                  <a:pt x="50215" y="3378784"/>
                </a:lnTo>
                <a:lnTo>
                  <a:pt x="84915" y="3405592"/>
                </a:lnTo>
                <a:lnTo>
                  <a:pt x="125871" y="3422875"/>
                </a:lnTo>
                <a:lnTo>
                  <a:pt x="171450" y="3429000"/>
                </a:lnTo>
                <a:lnTo>
                  <a:pt x="5955030" y="3429000"/>
                </a:lnTo>
                <a:lnTo>
                  <a:pt x="6000626" y="3422875"/>
                </a:lnTo>
                <a:lnTo>
                  <a:pt x="6041587" y="3405592"/>
                </a:lnTo>
                <a:lnTo>
                  <a:pt x="6076283" y="3378784"/>
                </a:lnTo>
                <a:lnTo>
                  <a:pt x="6103083" y="3344084"/>
                </a:lnTo>
                <a:lnTo>
                  <a:pt x="6120359" y="3303128"/>
                </a:lnTo>
                <a:lnTo>
                  <a:pt x="6126480" y="3257550"/>
                </a:lnTo>
                <a:lnTo>
                  <a:pt x="6126480" y="171450"/>
                </a:lnTo>
                <a:lnTo>
                  <a:pt x="6120359" y="125853"/>
                </a:lnTo>
                <a:lnTo>
                  <a:pt x="6103083" y="84892"/>
                </a:lnTo>
                <a:lnTo>
                  <a:pt x="6076283" y="50196"/>
                </a:lnTo>
                <a:lnTo>
                  <a:pt x="6041587" y="23396"/>
                </a:lnTo>
                <a:lnTo>
                  <a:pt x="6000626" y="6120"/>
                </a:lnTo>
                <a:lnTo>
                  <a:pt x="595503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997711" y="2645217"/>
            <a:ext cx="4050029" cy="2152650"/>
          </a:xfrm>
          <a:prstGeom prst="rect">
            <a:avLst/>
          </a:prstGeom>
        </p:spPr>
        <p:txBody>
          <a:bodyPr wrap="square" lIns="0" tIns="130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dirty="0" sz="2200" b="1">
                <a:solidFill>
                  <a:srgbClr val="C00000"/>
                </a:solidFill>
                <a:latin typeface="Calibri"/>
                <a:cs typeface="Calibri"/>
              </a:rPr>
              <a:t>Main</a:t>
            </a:r>
            <a:r>
              <a:rPr dirty="0" sz="2200" spc="-10" b="1">
                <a:solidFill>
                  <a:srgbClr val="C00000"/>
                </a:solidFill>
                <a:latin typeface="Calibri"/>
                <a:cs typeface="Calibri"/>
              </a:rPr>
              <a:t> Components</a:t>
            </a:r>
            <a:endParaRPr sz="2200">
              <a:latin typeface="Calibri"/>
              <a:cs typeface="Calibri"/>
            </a:endParaRPr>
          </a:p>
          <a:p>
            <a:pPr marL="194310" indent="-181610">
              <a:lnSpc>
                <a:spcPct val="100000"/>
              </a:lnSpc>
              <a:spcBef>
                <a:spcPts val="819"/>
              </a:spcBef>
              <a:buClr>
                <a:srgbClr val="C00000"/>
              </a:buClr>
              <a:buFont typeface="Calibri"/>
              <a:buChar char="•"/>
              <a:tabLst>
                <a:tab pos="194310" algn="l"/>
              </a:tabLst>
            </a:pPr>
            <a:r>
              <a:rPr dirty="0" sz="1950" b="1">
                <a:solidFill>
                  <a:srgbClr val="252525"/>
                </a:solidFill>
                <a:latin typeface="Calibri"/>
                <a:cs typeface="Calibri"/>
              </a:rPr>
              <a:t>Student:</a:t>
            </a:r>
            <a:r>
              <a:rPr dirty="0" sz="1950" spc="-2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log</a:t>
            </a:r>
            <a:r>
              <a:rPr dirty="0" sz="195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in,</a:t>
            </a:r>
            <a:r>
              <a:rPr dirty="0" sz="195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scan,</a:t>
            </a:r>
            <a:r>
              <a:rPr dirty="0" sz="19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view</a:t>
            </a:r>
            <a:r>
              <a:rPr dirty="0" sz="19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attendance</a:t>
            </a:r>
            <a:endParaRPr sz="1950">
              <a:latin typeface="Calibri"/>
              <a:cs typeface="Calibri"/>
            </a:endParaRPr>
          </a:p>
          <a:p>
            <a:pPr marL="194310" indent="-181610">
              <a:lnSpc>
                <a:spcPct val="100000"/>
              </a:lnSpc>
              <a:spcBef>
                <a:spcPts val="994"/>
              </a:spcBef>
              <a:buClr>
                <a:srgbClr val="C00000"/>
              </a:buClr>
              <a:buFont typeface="Calibri"/>
              <a:buChar char="•"/>
              <a:tabLst>
                <a:tab pos="194310" algn="l"/>
              </a:tabLst>
            </a:pPr>
            <a:r>
              <a:rPr dirty="0" sz="1950" b="1">
                <a:solidFill>
                  <a:srgbClr val="252525"/>
                </a:solidFill>
                <a:latin typeface="Calibri"/>
                <a:cs typeface="Calibri"/>
              </a:rPr>
              <a:t>Faculty:</a:t>
            </a:r>
            <a:r>
              <a:rPr dirty="0" sz="1950" spc="-6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create</a:t>
            </a:r>
            <a:r>
              <a:rPr dirty="0" sz="195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sessions</a:t>
            </a:r>
            <a:r>
              <a:rPr dirty="0" sz="1950" spc="-6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195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QR</a:t>
            </a:r>
            <a:r>
              <a:rPr dirty="0" sz="1950" spc="-6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codes</a:t>
            </a:r>
            <a:endParaRPr sz="1950">
              <a:latin typeface="Calibri"/>
              <a:cs typeface="Calibri"/>
            </a:endParaRPr>
          </a:p>
          <a:p>
            <a:pPr marL="194310" indent="-181610">
              <a:lnSpc>
                <a:spcPct val="100000"/>
              </a:lnSpc>
              <a:spcBef>
                <a:spcPts val="1005"/>
              </a:spcBef>
              <a:buClr>
                <a:srgbClr val="C00000"/>
              </a:buClr>
              <a:buFont typeface="Calibri"/>
              <a:buChar char="•"/>
              <a:tabLst>
                <a:tab pos="194310" algn="l"/>
              </a:tabLst>
            </a:pPr>
            <a:r>
              <a:rPr dirty="0" sz="1950" b="1">
                <a:solidFill>
                  <a:srgbClr val="252525"/>
                </a:solidFill>
                <a:latin typeface="Calibri"/>
                <a:cs typeface="Calibri"/>
              </a:rPr>
              <a:t>Admin:</a:t>
            </a:r>
            <a:r>
              <a:rPr dirty="0" sz="1950" spc="-2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monitor</a:t>
            </a:r>
            <a:r>
              <a:rPr dirty="0" sz="19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all</a:t>
            </a:r>
            <a:r>
              <a:rPr dirty="0" sz="195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classes</a:t>
            </a:r>
            <a:endParaRPr sz="1950">
              <a:latin typeface="Calibri"/>
              <a:cs typeface="Calibri"/>
            </a:endParaRPr>
          </a:p>
          <a:p>
            <a:pPr marL="194310" indent="-181610">
              <a:lnSpc>
                <a:spcPct val="100000"/>
              </a:lnSpc>
              <a:spcBef>
                <a:spcPts val="1000"/>
              </a:spcBef>
              <a:buClr>
                <a:srgbClr val="C00000"/>
              </a:buClr>
              <a:buFont typeface="Calibri"/>
              <a:buChar char="•"/>
              <a:tabLst>
                <a:tab pos="194310" algn="l"/>
              </a:tabLst>
            </a:pPr>
            <a:r>
              <a:rPr dirty="0" sz="1950" b="1">
                <a:solidFill>
                  <a:srgbClr val="252525"/>
                </a:solidFill>
                <a:latin typeface="Calibri"/>
                <a:cs typeface="Calibri"/>
              </a:rPr>
              <a:t>Database:</a:t>
            </a:r>
            <a:r>
              <a:rPr dirty="0" sz="1950" spc="-3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stores</a:t>
            </a:r>
            <a:r>
              <a:rPr dirty="0" sz="195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all</a:t>
            </a:r>
            <a:r>
              <a:rPr dirty="0" sz="195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records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040880" y="2560320"/>
            <a:ext cx="4417060" cy="1371600"/>
          </a:xfrm>
          <a:custGeom>
            <a:avLst/>
            <a:gdLst/>
            <a:ahLst/>
            <a:cxnLst/>
            <a:rect l="l" t="t" r="r" b="b"/>
            <a:pathLst>
              <a:path w="4417059" h="1371600">
                <a:moveTo>
                  <a:pt x="4347972" y="0"/>
                </a:moveTo>
                <a:lnTo>
                  <a:pt x="68580" y="0"/>
                </a:lnTo>
                <a:lnTo>
                  <a:pt x="41898" y="5393"/>
                </a:lnTo>
                <a:lnTo>
                  <a:pt x="20097" y="20097"/>
                </a:lnTo>
                <a:lnTo>
                  <a:pt x="5393" y="41898"/>
                </a:lnTo>
                <a:lnTo>
                  <a:pt x="0" y="68579"/>
                </a:lnTo>
                <a:lnTo>
                  <a:pt x="0" y="1303019"/>
                </a:lnTo>
                <a:lnTo>
                  <a:pt x="5393" y="1329701"/>
                </a:lnTo>
                <a:lnTo>
                  <a:pt x="20097" y="1351502"/>
                </a:lnTo>
                <a:lnTo>
                  <a:pt x="41898" y="1366206"/>
                </a:lnTo>
                <a:lnTo>
                  <a:pt x="68580" y="1371599"/>
                </a:lnTo>
                <a:lnTo>
                  <a:pt x="4347972" y="1371599"/>
                </a:lnTo>
                <a:lnTo>
                  <a:pt x="4374653" y="1366206"/>
                </a:lnTo>
                <a:lnTo>
                  <a:pt x="4396454" y="1351502"/>
                </a:lnTo>
                <a:lnTo>
                  <a:pt x="4411158" y="1329701"/>
                </a:lnTo>
                <a:lnTo>
                  <a:pt x="4416552" y="1303019"/>
                </a:lnTo>
                <a:lnTo>
                  <a:pt x="4416552" y="68579"/>
                </a:lnTo>
                <a:lnTo>
                  <a:pt x="4411158" y="41898"/>
                </a:lnTo>
                <a:lnTo>
                  <a:pt x="4396454" y="20097"/>
                </a:lnTo>
                <a:lnTo>
                  <a:pt x="4374653" y="5393"/>
                </a:lnTo>
                <a:lnTo>
                  <a:pt x="4347972" y="0"/>
                </a:lnTo>
                <a:close/>
              </a:path>
            </a:pathLst>
          </a:custGeom>
          <a:solidFill>
            <a:srgbClr val="FA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231633" y="2712621"/>
            <a:ext cx="3602990" cy="998219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700" b="1">
                <a:solidFill>
                  <a:srgbClr val="C00000"/>
                </a:solidFill>
                <a:latin typeface="Calibri"/>
                <a:cs typeface="Calibri"/>
              </a:rPr>
              <a:t>Attendance</a:t>
            </a:r>
            <a:r>
              <a:rPr dirty="0" sz="170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700" spc="-10" b="1">
                <a:solidFill>
                  <a:srgbClr val="C00000"/>
                </a:solidFill>
                <a:latin typeface="Calibri"/>
                <a:cs typeface="Calibri"/>
              </a:rPr>
              <a:t>Calculation</a:t>
            </a:r>
            <a:endParaRPr sz="17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384"/>
              </a:spcBef>
            </a:pPr>
            <a:r>
              <a:rPr dirty="0" sz="2050" b="1">
                <a:solidFill>
                  <a:srgbClr val="252525"/>
                </a:solidFill>
                <a:latin typeface="Calibri"/>
                <a:cs typeface="Calibri"/>
              </a:rPr>
              <a:t>Attendance</a:t>
            </a:r>
            <a:r>
              <a:rPr dirty="0" sz="2050" spc="-3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050" b="1">
                <a:solidFill>
                  <a:srgbClr val="252525"/>
                </a:solidFill>
                <a:latin typeface="Calibri"/>
                <a:cs typeface="Calibri"/>
              </a:rPr>
              <a:t>%</a:t>
            </a:r>
            <a:r>
              <a:rPr dirty="0" sz="2050" spc="-3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050" b="1">
                <a:solidFill>
                  <a:srgbClr val="252525"/>
                </a:solidFill>
                <a:latin typeface="Calibri"/>
                <a:cs typeface="Calibri"/>
              </a:rPr>
              <a:t>=</a:t>
            </a:r>
            <a:r>
              <a:rPr dirty="0" sz="2050" spc="-2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050" b="1">
                <a:solidFill>
                  <a:srgbClr val="252525"/>
                </a:solidFill>
                <a:latin typeface="Calibri"/>
                <a:cs typeface="Calibri"/>
              </a:rPr>
              <a:t>Attended</a:t>
            </a:r>
            <a:r>
              <a:rPr dirty="0" sz="2050" spc="-2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050" b="1">
                <a:solidFill>
                  <a:srgbClr val="252525"/>
                </a:solidFill>
                <a:latin typeface="Calibri"/>
                <a:cs typeface="Calibri"/>
              </a:rPr>
              <a:t>÷</a:t>
            </a:r>
            <a:r>
              <a:rPr dirty="0" sz="2050" spc="-2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050" spc="-10" b="1">
                <a:solidFill>
                  <a:srgbClr val="252525"/>
                </a:solidFill>
                <a:latin typeface="Calibri"/>
                <a:cs typeface="Calibri"/>
              </a:rPr>
              <a:t>Total </a:t>
            </a:r>
            <a:r>
              <a:rPr dirty="0" sz="2050" b="1">
                <a:solidFill>
                  <a:srgbClr val="252525"/>
                </a:solidFill>
                <a:latin typeface="Calibri"/>
                <a:cs typeface="Calibri"/>
              </a:rPr>
              <a:t>Classes</a:t>
            </a:r>
            <a:r>
              <a:rPr dirty="0" sz="2050" spc="-2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050" b="1">
                <a:solidFill>
                  <a:srgbClr val="252525"/>
                </a:solidFill>
                <a:latin typeface="Calibri"/>
                <a:cs typeface="Calibri"/>
              </a:rPr>
              <a:t>×</a:t>
            </a:r>
            <a:r>
              <a:rPr dirty="0" sz="2050" spc="-1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050" spc="-25" b="1">
                <a:solidFill>
                  <a:srgbClr val="252525"/>
                </a:solidFill>
                <a:latin typeface="Calibri"/>
                <a:cs typeface="Calibri"/>
              </a:rPr>
              <a:t>100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040880" y="4114800"/>
            <a:ext cx="4417060" cy="548640"/>
          </a:xfrm>
          <a:custGeom>
            <a:avLst/>
            <a:gdLst/>
            <a:ahLst/>
            <a:cxnLst/>
            <a:rect l="l" t="t" r="r" b="b"/>
            <a:pathLst>
              <a:path w="4417059" h="548639">
                <a:moveTo>
                  <a:pt x="4389120" y="0"/>
                </a:moveTo>
                <a:lnTo>
                  <a:pt x="27432" y="0"/>
                </a:lnTo>
                <a:lnTo>
                  <a:pt x="16769" y="2160"/>
                </a:lnTo>
                <a:lnTo>
                  <a:pt x="8048" y="8048"/>
                </a:lnTo>
                <a:lnTo>
                  <a:pt x="2160" y="16769"/>
                </a:lnTo>
                <a:lnTo>
                  <a:pt x="0" y="27431"/>
                </a:lnTo>
                <a:lnTo>
                  <a:pt x="0" y="521208"/>
                </a:lnTo>
                <a:lnTo>
                  <a:pt x="2160" y="531870"/>
                </a:lnTo>
                <a:lnTo>
                  <a:pt x="8048" y="540591"/>
                </a:lnTo>
                <a:lnTo>
                  <a:pt x="16769" y="546479"/>
                </a:lnTo>
                <a:lnTo>
                  <a:pt x="27432" y="548640"/>
                </a:lnTo>
                <a:lnTo>
                  <a:pt x="4389120" y="548640"/>
                </a:lnTo>
                <a:lnTo>
                  <a:pt x="4399782" y="546479"/>
                </a:lnTo>
                <a:lnTo>
                  <a:pt x="4408503" y="540591"/>
                </a:lnTo>
                <a:lnTo>
                  <a:pt x="4414391" y="531870"/>
                </a:lnTo>
                <a:lnTo>
                  <a:pt x="4416552" y="521208"/>
                </a:lnTo>
                <a:lnTo>
                  <a:pt x="4416552" y="27431"/>
                </a:lnTo>
                <a:lnTo>
                  <a:pt x="4414391" y="16769"/>
                </a:lnTo>
                <a:lnTo>
                  <a:pt x="4408503" y="8048"/>
                </a:lnTo>
                <a:lnTo>
                  <a:pt x="4399782" y="2160"/>
                </a:lnTo>
                <a:lnTo>
                  <a:pt x="4389120" y="0"/>
                </a:lnTo>
                <a:close/>
              </a:path>
            </a:pathLst>
          </a:custGeom>
          <a:solidFill>
            <a:srgbClr val="2D7C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7219695" y="4221479"/>
            <a:ext cx="2149475" cy="307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b="1">
                <a:solidFill>
                  <a:srgbClr val="FFFFFF"/>
                </a:solidFill>
                <a:latin typeface="Calibri"/>
                <a:cs typeface="Calibri"/>
              </a:rPr>
              <a:t>Good:</a:t>
            </a:r>
            <a:r>
              <a:rPr dirty="0" sz="185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b="1">
                <a:solidFill>
                  <a:srgbClr val="FFFFFF"/>
                </a:solidFill>
                <a:latin typeface="Calibri"/>
                <a:cs typeface="Calibri"/>
              </a:rPr>
              <a:t>85%</a:t>
            </a:r>
            <a:r>
              <a:rPr dirty="0" sz="185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b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85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20" b="1">
                <a:solidFill>
                  <a:srgbClr val="FFFFFF"/>
                </a:solidFill>
                <a:latin typeface="Calibri"/>
                <a:cs typeface="Calibri"/>
              </a:rPr>
              <a:t>above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040880" y="4754879"/>
            <a:ext cx="4417060" cy="548640"/>
          </a:xfrm>
          <a:custGeom>
            <a:avLst/>
            <a:gdLst/>
            <a:ahLst/>
            <a:cxnLst/>
            <a:rect l="l" t="t" r="r" b="b"/>
            <a:pathLst>
              <a:path w="4417059" h="548639">
                <a:moveTo>
                  <a:pt x="4389120" y="0"/>
                </a:moveTo>
                <a:lnTo>
                  <a:pt x="27432" y="0"/>
                </a:lnTo>
                <a:lnTo>
                  <a:pt x="16769" y="2160"/>
                </a:lnTo>
                <a:lnTo>
                  <a:pt x="8048" y="8048"/>
                </a:lnTo>
                <a:lnTo>
                  <a:pt x="2160" y="16769"/>
                </a:lnTo>
                <a:lnTo>
                  <a:pt x="0" y="27432"/>
                </a:lnTo>
                <a:lnTo>
                  <a:pt x="0" y="521208"/>
                </a:lnTo>
                <a:lnTo>
                  <a:pt x="2160" y="531870"/>
                </a:lnTo>
                <a:lnTo>
                  <a:pt x="8048" y="540591"/>
                </a:lnTo>
                <a:lnTo>
                  <a:pt x="16769" y="546479"/>
                </a:lnTo>
                <a:lnTo>
                  <a:pt x="27432" y="548640"/>
                </a:lnTo>
                <a:lnTo>
                  <a:pt x="4389120" y="548640"/>
                </a:lnTo>
                <a:lnTo>
                  <a:pt x="4399782" y="546479"/>
                </a:lnTo>
                <a:lnTo>
                  <a:pt x="4408503" y="540591"/>
                </a:lnTo>
                <a:lnTo>
                  <a:pt x="4414391" y="531870"/>
                </a:lnTo>
                <a:lnTo>
                  <a:pt x="4416552" y="521208"/>
                </a:lnTo>
                <a:lnTo>
                  <a:pt x="4416552" y="27432"/>
                </a:lnTo>
                <a:lnTo>
                  <a:pt x="4414391" y="16769"/>
                </a:lnTo>
                <a:lnTo>
                  <a:pt x="4408503" y="8048"/>
                </a:lnTo>
                <a:lnTo>
                  <a:pt x="4399782" y="2160"/>
                </a:lnTo>
                <a:lnTo>
                  <a:pt x="4389120" y="0"/>
                </a:lnTo>
                <a:close/>
              </a:path>
            </a:pathLst>
          </a:custGeom>
          <a:solidFill>
            <a:srgbClr val="B16A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7219695" y="4861559"/>
            <a:ext cx="1943735" cy="307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b="1">
                <a:solidFill>
                  <a:srgbClr val="FFFFFF"/>
                </a:solidFill>
                <a:latin typeface="Calibri"/>
                <a:cs typeface="Calibri"/>
              </a:rPr>
              <a:t>Monitor:</a:t>
            </a:r>
            <a:r>
              <a:rPr dirty="0" sz="185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b="1">
                <a:solidFill>
                  <a:srgbClr val="FFFFFF"/>
                </a:solidFill>
                <a:latin typeface="Calibri"/>
                <a:cs typeface="Calibri"/>
              </a:rPr>
              <a:t>75%</a:t>
            </a:r>
            <a:r>
              <a:rPr dirty="0" sz="185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b="1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85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25" b="1">
                <a:solidFill>
                  <a:srgbClr val="FFFFFF"/>
                </a:solidFill>
                <a:latin typeface="Calibri"/>
                <a:cs typeface="Calibri"/>
              </a:rPr>
              <a:t>84%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040880" y="5394959"/>
            <a:ext cx="4417060" cy="548640"/>
          </a:xfrm>
          <a:custGeom>
            <a:avLst/>
            <a:gdLst/>
            <a:ahLst/>
            <a:cxnLst/>
            <a:rect l="l" t="t" r="r" b="b"/>
            <a:pathLst>
              <a:path w="4417059" h="548639">
                <a:moveTo>
                  <a:pt x="4389120" y="0"/>
                </a:moveTo>
                <a:lnTo>
                  <a:pt x="27432" y="0"/>
                </a:lnTo>
                <a:lnTo>
                  <a:pt x="16769" y="2160"/>
                </a:lnTo>
                <a:lnTo>
                  <a:pt x="8048" y="8048"/>
                </a:lnTo>
                <a:lnTo>
                  <a:pt x="2160" y="16769"/>
                </a:lnTo>
                <a:lnTo>
                  <a:pt x="0" y="27431"/>
                </a:lnTo>
                <a:lnTo>
                  <a:pt x="0" y="521207"/>
                </a:lnTo>
                <a:lnTo>
                  <a:pt x="2160" y="531886"/>
                </a:lnTo>
                <a:lnTo>
                  <a:pt x="8048" y="540605"/>
                </a:lnTo>
                <a:lnTo>
                  <a:pt x="16769" y="546484"/>
                </a:lnTo>
                <a:lnTo>
                  <a:pt x="27432" y="548639"/>
                </a:lnTo>
                <a:lnTo>
                  <a:pt x="4389120" y="548639"/>
                </a:lnTo>
                <a:lnTo>
                  <a:pt x="4399782" y="546484"/>
                </a:lnTo>
                <a:lnTo>
                  <a:pt x="4408503" y="540605"/>
                </a:lnTo>
                <a:lnTo>
                  <a:pt x="4414391" y="531886"/>
                </a:lnTo>
                <a:lnTo>
                  <a:pt x="4416552" y="521207"/>
                </a:lnTo>
                <a:lnTo>
                  <a:pt x="4416552" y="27431"/>
                </a:lnTo>
                <a:lnTo>
                  <a:pt x="4414391" y="16769"/>
                </a:lnTo>
                <a:lnTo>
                  <a:pt x="4408503" y="8048"/>
                </a:lnTo>
                <a:lnTo>
                  <a:pt x="4399782" y="2160"/>
                </a:lnTo>
                <a:lnTo>
                  <a:pt x="438912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7219695" y="5501640"/>
            <a:ext cx="2039620" cy="307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b="1">
                <a:solidFill>
                  <a:srgbClr val="FFFFFF"/>
                </a:solidFill>
                <a:latin typeface="Calibri"/>
                <a:cs typeface="Calibri"/>
              </a:rPr>
              <a:t>Warning:</a:t>
            </a:r>
            <a:r>
              <a:rPr dirty="0" sz="185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b="1">
                <a:solidFill>
                  <a:srgbClr val="FFFFFF"/>
                </a:solidFill>
                <a:latin typeface="Calibri"/>
                <a:cs typeface="Calibri"/>
              </a:rPr>
              <a:t>below</a:t>
            </a:r>
            <a:r>
              <a:rPr dirty="0" sz="185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25" b="1">
                <a:solidFill>
                  <a:srgbClr val="FFFFFF"/>
                </a:solidFill>
                <a:latin typeface="Calibri"/>
                <a:cs typeface="Calibri"/>
              </a:rPr>
              <a:t>75%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095" y="6214871"/>
            <a:ext cx="12205335" cy="650240"/>
            <a:chOff x="-6095" y="6214871"/>
            <a:chExt cx="12205335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285"/>
                  </a:lnTo>
                  <a:lnTo>
                    <a:pt x="12192000" y="63728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81" y="6221348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285"/>
                  </a:moveTo>
                  <a:lnTo>
                    <a:pt x="12192000" y="63728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285"/>
                  </a:lnTo>
                  <a:close/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55"/>
              <a:t>DTIE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1126489" y="6381986"/>
            <a:ext cx="145415" cy="290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|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114"/>
              <a:t>Department</a:t>
            </a:r>
            <a:r>
              <a:rPr dirty="0" spc="-190"/>
              <a:t> </a:t>
            </a:r>
            <a:r>
              <a:rPr dirty="0" spc="-55"/>
              <a:t>of</a:t>
            </a:r>
            <a:r>
              <a:rPr dirty="0" spc="-185"/>
              <a:t> </a:t>
            </a:r>
            <a:r>
              <a:rPr dirty="0" spc="-95"/>
              <a:t>Multi</a:t>
            </a:r>
            <a:r>
              <a:rPr dirty="0" spc="-190"/>
              <a:t> </a:t>
            </a:r>
            <a:r>
              <a:rPr dirty="0" spc="-114"/>
              <a:t>Disciplinary</a:t>
            </a:r>
            <a:r>
              <a:rPr dirty="0" spc="-195"/>
              <a:t> </a:t>
            </a:r>
            <a:r>
              <a:rPr dirty="0" spc="-110"/>
              <a:t>Innovation</a:t>
            </a:r>
            <a:r>
              <a:rPr dirty="0" spc="-190"/>
              <a:t> </a:t>
            </a:r>
            <a:r>
              <a:rPr dirty="0" spc="-20"/>
              <a:t>&amp;</a:t>
            </a:r>
            <a:r>
              <a:rPr dirty="0" spc="-160"/>
              <a:t> </a:t>
            </a:r>
            <a:r>
              <a:rPr dirty="0" spc="-85"/>
              <a:t>Entrepreneurship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85"/>
              <a:t>Prototype</a:t>
            </a:r>
            <a:r>
              <a:rPr dirty="0" spc="-160"/>
              <a:t> </a:t>
            </a:r>
            <a:r>
              <a:rPr dirty="0" spc="-85"/>
              <a:t>Screens</a:t>
            </a:r>
            <a:r>
              <a:rPr dirty="0" spc="-145"/>
              <a:t> </a:t>
            </a:r>
            <a:r>
              <a:rPr dirty="0" spc="-50"/>
              <a:t>(Concept)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31519" y="1371600"/>
            <a:ext cx="2286000" cy="3977640"/>
            <a:chOff x="731519" y="1371600"/>
            <a:chExt cx="2286000" cy="3977640"/>
          </a:xfrm>
        </p:grpSpPr>
        <p:sp>
          <p:nvSpPr>
            <p:cNvPr id="7" name="object 7"/>
            <p:cNvSpPr/>
            <p:nvPr/>
          </p:nvSpPr>
          <p:spPr>
            <a:xfrm>
              <a:off x="731519" y="1371600"/>
              <a:ext cx="2286000" cy="3977640"/>
            </a:xfrm>
            <a:custGeom>
              <a:avLst/>
              <a:gdLst/>
              <a:ahLst/>
              <a:cxnLst/>
              <a:rect l="l" t="t" r="r" b="b"/>
              <a:pathLst>
                <a:path w="2286000" h="3977640">
                  <a:moveTo>
                    <a:pt x="2011680" y="0"/>
                  </a:moveTo>
                  <a:lnTo>
                    <a:pt x="274320" y="0"/>
                  </a:lnTo>
                  <a:lnTo>
                    <a:pt x="225011" y="4419"/>
                  </a:lnTo>
                  <a:lnTo>
                    <a:pt x="178602" y="17161"/>
                  </a:lnTo>
                  <a:lnTo>
                    <a:pt x="135867" y="37450"/>
                  </a:lnTo>
                  <a:lnTo>
                    <a:pt x="97580" y="64513"/>
                  </a:lnTo>
                  <a:lnTo>
                    <a:pt x="64518" y="97575"/>
                  </a:lnTo>
                  <a:lnTo>
                    <a:pt x="37453" y="135861"/>
                  </a:lnTo>
                  <a:lnTo>
                    <a:pt x="17162" y="178597"/>
                  </a:lnTo>
                  <a:lnTo>
                    <a:pt x="4419" y="225008"/>
                  </a:lnTo>
                  <a:lnTo>
                    <a:pt x="0" y="274320"/>
                  </a:lnTo>
                  <a:lnTo>
                    <a:pt x="0" y="3703320"/>
                  </a:lnTo>
                  <a:lnTo>
                    <a:pt x="4419" y="3752631"/>
                  </a:lnTo>
                  <a:lnTo>
                    <a:pt x="17162" y="3799042"/>
                  </a:lnTo>
                  <a:lnTo>
                    <a:pt x="37453" y="3841778"/>
                  </a:lnTo>
                  <a:lnTo>
                    <a:pt x="64518" y="3880064"/>
                  </a:lnTo>
                  <a:lnTo>
                    <a:pt x="97580" y="3913126"/>
                  </a:lnTo>
                  <a:lnTo>
                    <a:pt x="135867" y="3940189"/>
                  </a:lnTo>
                  <a:lnTo>
                    <a:pt x="178602" y="3960478"/>
                  </a:lnTo>
                  <a:lnTo>
                    <a:pt x="225011" y="3973220"/>
                  </a:lnTo>
                  <a:lnTo>
                    <a:pt x="274320" y="3977640"/>
                  </a:lnTo>
                  <a:lnTo>
                    <a:pt x="2011680" y="3977640"/>
                  </a:lnTo>
                  <a:lnTo>
                    <a:pt x="2060991" y="3973220"/>
                  </a:lnTo>
                  <a:lnTo>
                    <a:pt x="2107402" y="3960478"/>
                  </a:lnTo>
                  <a:lnTo>
                    <a:pt x="2150138" y="3940189"/>
                  </a:lnTo>
                  <a:lnTo>
                    <a:pt x="2188424" y="3913126"/>
                  </a:lnTo>
                  <a:lnTo>
                    <a:pt x="2221486" y="3880064"/>
                  </a:lnTo>
                  <a:lnTo>
                    <a:pt x="2248549" y="3841778"/>
                  </a:lnTo>
                  <a:lnTo>
                    <a:pt x="2268838" y="3799042"/>
                  </a:lnTo>
                  <a:lnTo>
                    <a:pt x="2281580" y="3752631"/>
                  </a:lnTo>
                  <a:lnTo>
                    <a:pt x="2286000" y="3703320"/>
                  </a:lnTo>
                  <a:lnTo>
                    <a:pt x="2286000" y="274320"/>
                  </a:lnTo>
                  <a:lnTo>
                    <a:pt x="2281580" y="225008"/>
                  </a:lnTo>
                  <a:lnTo>
                    <a:pt x="2268838" y="178597"/>
                  </a:lnTo>
                  <a:lnTo>
                    <a:pt x="2248549" y="135861"/>
                  </a:lnTo>
                  <a:lnTo>
                    <a:pt x="2221486" y="97575"/>
                  </a:lnTo>
                  <a:lnTo>
                    <a:pt x="2188424" y="64513"/>
                  </a:lnTo>
                  <a:lnTo>
                    <a:pt x="2150138" y="37450"/>
                  </a:lnTo>
                  <a:lnTo>
                    <a:pt x="2107402" y="17161"/>
                  </a:lnTo>
                  <a:lnTo>
                    <a:pt x="2060991" y="4419"/>
                  </a:lnTo>
                  <a:lnTo>
                    <a:pt x="2011680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22959" y="1481328"/>
              <a:ext cx="2103120" cy="3758565"/>
            </a:xfrm>
            <a:custGeom>
              <a:avLst/>
              <a:gdLst/>
              <a:ahLst/>
              <a:cxnLst/>
              <a:rect l="l" t="t" r="r" b="b"/>
              <a:pathLst>
                <a:path w="2103120" h="3758565">
                  <a:moveTo>
                    <a:pt x="1934845" y="0"/>
                  </a:moveTo>
                  <a:lnTo>
                    <a:pt x="168249" y="0"/>
                  </a:lnTo>
                  <a:lnTo>
                    <a:pt x="123520" y="6008"/>
                  </a:lnTo>
                  <a:lnTo>
                    <a:pt x="83328" y="22968"/>
                  </a:lnTo>
                  <a:lnTo>
                    <a:pt x="49277" y="49275"/>
                  </a:lnTo>
                  <a:lnTo>
                    <a:pt x="22970" y="83330"/>
                  </a:lnTo>
                  <a:lnTo>
                    <a:pt x="6009" y="123531"/>
                  </a:lnTo>
                  <a:lnTo>
                    <a:pt x="0" y="168275"/>
                  </a:lnTo>
                  <a:lnTo>
                    <a:pt x="0" y="3589909"/>
                  </a:lnTo>
                  <a:lnTo>
                    <a:pt x="6009" y="3634652"/>
                  </a:lnTo>
                  <a:lnTo>
                    <a:pt x="22970" y="3674853"/>
                  </a:lnTo>
                  <a:lnTo>
                    <a:pt x="49277" y="3708908"/>
                  </a:lnTo>
                  <a:lnTo>
                    <a:pt x="83328" y="3735215"/>
                  </a:lnTo>
                  <a:lnTo>
                    <a:pt x="123520" y="3752175"/>
                  </a:lnTo>
                  <a:lnTo>
                    <a:pt x="168249" y="3758184"/>
                  </a:lnTo>
                  <a:lnTo>
                    <a:pt x="1934845" y="3758184"/>
                  </a:lnTo>
                  <a:lnTo>
                    <a:pt x="1979588" y="3752175"/>
                  </a:lnTo>
                  <a:lnTo>
                    <a:pt x="2019789" y="3735215"/>
                  </a:lnTo>
                  <a:lnTo>
                    <a:pt x="2053844" y="3708908"/>
                  </a:lnTo>
                  <a:lnTo>
                    <a:pt x="2080151" y="3674853"/>
                  </a:lnTo>
                  <a:lnTo>
                    <a:pt x="2097111" y="3634652"/>
                  </a:lnTo>
                  <a:lnTo>
                    <a:pt x="2103120" y="3589909"/>
                  </a:lnTo>
                  <a:lnTo>
                    <a:pt x="2103120" y="168275"/>
                  </a:lnTo>
                  <a:lnTo>
                    <a:pt x="2097111" y="123531"/>
                  </a:lnTo>
                  <a:lnTo>
                    <a:pt x="2080151" y="83330"/>
                  </a:lnTo>
                  <a:lnTo>
                    <a:pt x="2053844" y="49275"/>
                  </a:lnTo>
                  <a:lnTo>
                    <a:pt x="2019789" y="22968"/>
                  </a:lnTo>
                  <a:lnTo>
                    <a:pt x="1979588" y="6008"/>
                  </a:lnTo>
                  <a:lnTo>
                    <a:pt x="19348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554480" y="1408176"/>
              <a:ext cx="640080" cy="64135"/>
            </a:xfrm>
            <a:custGeom>
              <a:avLst/>
              <a:gdLst/>
              <a:ahLst/>
              <a:cxnLst/>
              <a:rect l="l" t="t" r="r" b="b"/>
              <a:pathLst>
                <a:path w="640080" h="64134">
                  <a:moveTo>
                    <a:pt x="608076" y="0"/>
                  </a:moveTo>
                  <a:lnTo>
                    <a:pt x="32004" y="0"/>
                  </a:lnTo>
                  <a:lnTo>
                    <a:pt x="19556" y="2518"/>
                  </a:lnTo>
                  <a:lnTo>
                    <a:pt x="9382" y="9382"/>
                  </a:lnTo>
                  <a:lnTo>
                    <a:pt x="2518" y="19556"/>
                  </a:lnTo>
                  <a:lnTo>
                    <a:pt x="0" y="32003"/>
                  </a:lnTo>
                  <a:lnTo>
                    <a:pt x="2518" y="44451"/>
                  </a:lnTo>
                  <a:lnTo>
                    <a:pt x="9382" y="54625"/>
                  </a:lnTo>
                  <a:lnTo>
                    <a:pt x="19556" y="61489"/>
                  </a:lnTo>
                  <a:lnTo>
                    <a:pt x="32004" y="64007"/>
                  </a:lnTo>
                  <a:lnTo>
                    <a:pt x="608076" y="64007"/>
                  </a:lnTo>
                  <a:lnTo>
                    <a:pt x="620523" y="61489"/>
                  </a:lnTo>
                  <a:lnTo>
                    <a:pt x="630697" y="54625"/>
                  </a:lnTo>
                  <a:lnTo>
                    <a:pt x="637561" y="44451"/>
                  </a:lnTo>
                  <a:lnTo>
                    <a:pt x="640080" y="32003"/>
                  </a:lnTo>
                  <a:lnTo>
                    <a:pt x="637561" y="19556"/>
                  </a:lnTo>
                  <a:lnTo>
                    <a:pt x="630697" y="9382"/>
                  </a:lnTo>
                  <a:lnTo>
                    <a:pt x="620523" y="2518"/>
                  </a:lnTo>
                  <a:lnTo>
                    <a:pt x="608076" y="0"/>
                  </a:lnTo>
                  <a:close/>
                </a:path>
              </a:pathLst>
            </a:custGeom>
            <a:solidFill>
              <a:srgbClr val="49536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264158" y="1670812"/>
            <a:ext cx="121983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10" b="1">
                <a:solidFill>
                  <a:srgbClr val="1F2A44"/>
                </a:solidFill>
                <a:latin typeface="Calibri"/>
                <a:cs typeface="Calibri"/>
              </a:rPr>
              <a:t>Attendance</a:t>
            </a:r>
            <a:r>
              <a:rPr dirty="0" sz="1400" spc="-30" b="1">
                <a:solidFill>
                  <a:srgbClr val="1F2A44"/>
                </a:solidFill>
                <a:latin typeface="Calibri"/>
                <a:cs typeface="Calibri"/>
              </a:rPr>
              <a:t> </a:t>
            </a:r>
            <a:r>
              <a:rPr dirty="0" sz="1400" spc="-25" b="1">
                <a:solidFill>
                  <a:srgbClr val="1F2A44"/>
                </a:solidFill>
                <a:latin typeface="Calibri"/>
                <a:cs typeface="Calibri"/>
              </a:rPr>
              <a:t>App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05839" y="2121407"/>
            <a:ext cx="1737360" cy="1381125"/>
            <a:chOff x="1005839" y="2121407"/>
            <a:chExt cx="1737360" cy="1381125"/>
          </a:xfrm>
        </p:grpSpPr>
        <p:sp>
          <p:nvSpPr>
            <p:cNvPr id="12" name="object 12"/>
            <p:cNvSpPr/>
            <p:nvPr/>
          </p:nvSpPr>
          <p:spPr>
            <a:xfrm>
              <a:off x="1508759" y="2121407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19" h="731519">
                  <a:moveTo>
                    <a:pt x="365760" y="0"/>
                  </a:moveTo>
                  <a:lnTo>
                    <a:pt x="319869" y="2848"/>
                  </a:lnTo>
                  <a:lnTo>
                    <a:pt x="275682" y="11167"/>
                  </a:lnTo>
                  <a:lnTo>
                    <a:pt x="233542" y="24613"/>
                  </a:lnTo>
                  <a:lnTo>
                    <a:pt x="193790" y="42844"/>
                  </a:lnTo>
                  <a:lnTo>
                    <a:pt x="156770" y="65517"/>
                  </a:lnTo>
                  <a:lnTo>
                    <a:pt x="122822" y="92291"/>
                  </a:lnTo>
                  <a:lnTo>
                    <a:pt x="92291" y="122822"/>
                  </a:lnTo>
                  <a:lnTo>
                    <a:pt x="65517" y="156770"/>
                  </a:lnTo>
                  <a:lnTo>
                    <a:pt x="42844" y="193790"/>
                  </a:lnTo>
                  <a:lnTo>
                    <a:pt x="24613" y="233542"/>
                  </a:lnTo>
                  <a:lnTo>
                    <a:pt x="11167" y="275682"/>
                  </a:lnTo>
                  <a:lnTo>
                    <a:pt x="2848" y="319869"/>
                  </a:lnTo>
                  <a:lnTo>
                    <a:pt x="0" y="365760"/>
                  </a:lnTo>
                  <a:lnTo>
                    <a:pt x="2848" y="411650"/>
                  </a:lnTo>
                  <a:lnTo>
                    <a:pt x="11167" y="455837"/>
                  </a:lnTo>
                  <a:lnTo>
                    <a:pt x="24613" y="497977"/>
                  </a:lnTo>
                  <a:lnTo>
                    <a:pt x="42844" y="537729"/>
                  </a:lnTo>
                  <a:lnTo>
                    <a:pt x="65517" y="574749"/>
                  </a:lnTo>
                  <a:lnTo>
                    <a:pt x="92291" y="608697"/>
                  </a:lnTo>
                  <a:lnTo>
                    <a:pt x="122822" y="639228"/>
                  </a:lnTo>
                  <a:lnTo>
                    <a:pt x="156770" y="666002"/>
                  </a:lnTo>
                  <a:lnTo>
                    <a:pt x="193790" y="688675"/>
                  </a:lnTo>
                  <a:lnTo>
                    <a:pt x="233542" y="706906"/>
                  </a:lnTo>
                  <a:lnTo>
                    <a:pt x="275682" y="720352"/>
                  </a:lnTo>
                  <a:lnTo>
                    <a:pt x="319869" y="728671"/>
                  </a:lnTo>
                  <a:lnTo>
                    <a:pt x="365760" y="731520"/>
                  </a:lnTo>
                  <a:lnTo>
                    <a:pt x="411650" y="728671"/>
                  </a:lnTo>
                  <a:lnTo>
                    <a:pt x="455837" y="720352"/>
                  </a:lnTo>
                  <a:lnTo>
                    <a:pt x="497977" y="706906"/>
                  </a:lnTo>
                  <a:lnTo>
                    <a:pt x="537729" y="688675"/>
                  </a:lnTo>
                  <a:lnTo>
                    <a:pt x="574749" y="666002"/>
                  </a:lnTo>
                  <a:lnTo>
                    <a:pt x="608697" y="639228"/>
                  </a:lnTo>
                  <a:lnTo>
                    <a:pt x="639228" y="608697"/>
                  </a:lnTo>
                  <a:lnTo>
                    <a:pt x="666002" y="574749"/>
                  </a:lnTo>
                  <a:lnTo>
                    <a:pt x="688675" y="537729"/>
                  </a:lnTo>
                  <a:lnTo>
                    <a:pt x="706906" y="497977"/>
                  </a:lnTo>
                  <a:lnTo>
                    <a:pt x="720352" y="455837"/>
                  </a:lnTo>
                  <a:lnTo>
                    <a:pt x="728671" y="411650"/>
                  </a:lnTo>
                  <a:lnTo>
                    <a:pt x="731520" y="365760"/>
                  </a:lnTo>
                  <a:lnTo>
                    <a:pt x="728671" y="319869"/>
                  </a:lnTo>
                  <a:lnTo>
                    <a:pt x="720352" y="275682"/>
                  </a:lnTo>
                  <a:lnTo>
                    <a:pt x="706906" y="233542"/>
                  </a:lnTo>
                  <a:lnTo>
                    <a:pt x="688675" y="193790"/>
                  </a:lnTo>
                  <a:lnTo>
                    <a:pt x="666002" y="156770"/>
                  </a:lnTo>
                  <a:lnTo>
                    <a:pt x="639228" y="122822"/>
                  </a:lnTo>
                  <a:lnTo>
                    <a:pt x="608697" y="92291"/>
                  </a:lnTo>
                  <a:lnTo>
                    <a:pt x="574749" y="65517"/>
                  </a:lnTo>
                  <a:lnTo>
                    <a:pt x="537729" y="42844"/>
                  </a:lnTo>
                  <a:lnTo>
                    <a:pt x="497977" y="24613"/>
                  </a:lnTo>
                  <a:lnTo>
                    <a:pt x="455837" y="11167"/>
                  </a:lnTo>
                  <a:lnTo>
                    <a:pt x="411650" y="284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graduate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1639" y="2304287"/>
              <a:ext cx="365760" cy="36576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05839" y="3081527"/>
              <a:ext cx="1737360" cy="421005"/>
            </a:xfrm>
            <a:custGeom>
              <a:avLst/>
              <a:gdLst/>
              <a:ahLst/>
              <a:cxnLst/>
              <a:rect l="l" t="t" r="r" b="b"/>
              <a:pathLst>
                <a:path w="1737360" h="421004">
                  <a:moveTo>
                    <a:pt x="1716277" y="0"/>
                  </a:moveTo>
                  <a:lnTo>
                    <a:pt x="21031" y="0"/>
                  </a:lnTo>
                  <a:lnTo>
                    <a:pt x="12842" y="1651"/>
                  </a:lnTo>
                  <a:lnTo>
                    <a:pt x="6157" y="6159"/>
                  </a:lnTo>
                  <a:lnTo>
                    <a:pt x="1651" y="12858"/>
                  </a:lnTo>
                  <a:lnTo>
                    <a:pt x="0" y="21082"/>
                  </a:lnTo>
                  <a:lnTo>
                    <a:pt x="0" y="399542"/>
                  </a:lnTo>
                  <a:lnTo>
                    <a:pt x="1651" y="407765"/>
                  </a:lnTo>
                  <a:lnTo>
                    <a:pt x="6157" y="414464"/>
                  </a:lnTo>
                  <a:lnTo>
                    <a:pt x="12842" y="418973"/>
                  </a:lnTo>
                  <a:lnTo>
                    <a:pt x="21031" y="420624"/>
                  </a:lnTo>
                  <a:lnTo>
                    <a:pt x="1716277" y="420624"/>
                  </a:lnTo>
                  <a:lnTo>
                    <a:pt x="1724501" y="418973"/>
                  </a:lnTo>
                  <a:lnTo>
                    <a:pt x="1731200" y="414464"/>
                  </a:lnTo>
                  <a:lnTo>
                    <a:pt x="1735709" y="407765"/>
                  </a:lnTo>
                  <a:lnTo>
                    <a:pt x="1737360" y="399542"/>
                  </a:lnTo>
                  <a:lnTo>
                    <a:pt x="1737360" y="21082"/>
                  </a:lnTo>
                  <a:lnTo>
                    <a:pt x="1735709" y="12858"/>
                  </a:lnTo>
                  <a:lnTo>
                    <a:pt x="1731200" y="6159"/>
                  </a:lnTo>
                  <a:lnTo>
                    <a:pt x="1724501" y="1651"/>
                  </a:lnTo>
                  <a:lnTo>
                    <a:pt x="1716277" y="0"/>
                  </a:lnTo>
                  <a:close/>
                </a:path>
              </a:pathLst>
            </a:custGeom>
            <a:solidFill>
              <a:srgbClr val="EDEF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109217" y="3178047"/>
            <a:ext cx="8032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Roll</a:t>
            </a:r>
            <a:r>
              <a:rPr dirty="0" sz="12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Calibri"/>
                <a:cs typeface="Calibri"/>
              </a:rPr>
              <a:t>Number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05839" y="3648455"/>
            <a:ext cx="1737360" cy="421005"/>
          </a:xfrm>
          <a:custGeom>
            <a:avLst/>
            <a:gdLst/>
            <a:ahLst/>
            <a:cxnLst/>
            <a:rect l="l" t="t" r="r" b="b"/>
            <a:pathLst>
              <a:path w="1737360" h="421004">
                <a:moveTo>
                  <a:pt x="1716277" y="0"/>
                </a:moveTo>
                <a:lnTo>
                  <a:pt x="21031" y="0"/>
                </a:lnTo>
                <a:lnTo>
                  <a:pt x="12842" y="1651"/>
                </a:lnTo>
                <a:lnTo>
                  <a:pt x="6157" y="6159"/>
                </a:lnTo>
                <a:lnTo>
                  <a:pt x="1651" y="12858"/>
                </a:lnTo>
                <a:lnTo>
                  <a:pt x="0" y="21082"/>
                </a:lnTo>
                <a:lnTo>
                  <a:pt x="0" y="399542"/>
                </a:lnTo>
                <a:lnTo>
                  <a:pt x="1651" y="407765"/>
                </a:lnTo>
                <a:lnTo>
                  <a:pt x="6157" y="414464"/>
                </a:lnTo>
                <a:lnTo>
                  <a:pt x="12842" y="418973"/>
                </a:lnTo>
                <a:lnTo>
                  <a:pt x="21031" y="420624"/>
                </a:lnTo>
                <a:lnTo>
                  <a:pt x="1716277" y="420624"/>
                </a:lnTo>
                <a:lnTo>
                  <a:pt x="1724501" y="418973"/>
                </a:lnTo>
                <a:lnTo>
                  <a:pt x="1731200" y="414464"/>
                </a:lnTo>
                <a:lnTo>
                  <a:pt x="1735709" y="407765"/>
                </a:lnTo>
                <a:lnTo>
                  <a:pt x="1737360" y="399542"/>
                </a:lnTo>
                <a:lnTo>
                  <a:pt x="1737360" y="21082"/>
                </a:lnTo>
                <a:lnTo>
                  <a:pt x="1735709" y="12858"/>
                </a:lnTo>
                <a:lnTo>
                  <a:pt x="1731200" y="6159"/>
                </a:lnTo>
                <a:lnTo>
                  <a:pt x="1724501" y="1651"/>
                </a:lnTo>
                <a:lnTo>
                  <a:pt x="1716277" y="0"/>
                </a:lnTo>
                <a:close/>
              </a:path>
            </a:pathLst>
          </a:custGeom>
          <a:solidFill>
            <a:srgbClr val="EDEF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109217" y="3744976"/>
            <a:ext cx="6184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585858"/>
                </a:solidFill>
                <a:latin typeface="Calibri"/>
                <a:cs typeface="Calibri"/>
              </a:rPr>
              <a:t>Password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005839" y="4270247"/>
            <a:ext cx="1737360" cy="457200"/>
          </a:xfrm>
          <a:custGeom>
            <a:avLst/>
            <a:gdLst/>
            <a:ahLst/>
            <a:cxnLst/>
            <a:rect l="l" t="t" r="r" b="b"/>
            <a:pathLst>
              <a:path w="1737360" h="457200">
                <a:moveTo>
                  <a:pt x="1714500" y="0"/>
                </a:moveTo>
                <a:lnTo>
                  <a:pt x="22860" y="0"/>
                </a:lnTo>
                <a:lnTo>
                  <a:pt x="13962" y="1803"/>
                </a:lnTo>
                <a:lnTo>
                  <a:pt x="6696" y="6715"/>
                </a:lnTo>
                <a:lnTo>
                  <a:pt x="1796" y="13983"/>
                </a:lnTo>
                <a:lnTo>
                  <a:pt x="0" y="22859"/>
                </a:lnTo>
                <a:lnTo>
                  <a:pt x="0" y="434339"/>
                </a:lnTo>
                <a:lnTo>
                  <a:pt x="1796" y="443216"/>
                </a:lnTo>
                <a:lnTo>
                  <a:pt x="6696" y="450484"/>
                </a:lnTo>
                <a:lnTo>
                  <a:pt x="13962" y="455396"/>
                </a:lnTo>
                <a:lnTo>
                  <a:pt x="22860" y="457199"/>
                </a:lnTo>
                <a:lnTo>
                  <a:pt x="1714500" y="457199"/>
                </a:lnTo>
                <a:lnTo>
                  <a:pt x="1723376" y="455396"/>
                </a:lnTo>
                <a:lnTo>
                  <a:pt x="1730644" y="450484"/>
                </a:lnTo>
                <a:lnTo>
                  <a:pt x="1735556" y="443216"/>
                </a:lnTo>
                <a:lnTo>
                  <a:pt x="1737360" y="434339"/>
                </a:lnTo>
                <a:lnTo>
                  <a:pt x="1737360" y="22859"/>
                </a:lnTo>
                <a:lnTo>
                  <a:pt x="1735556" y="13983"/>
                </a:lnTo>
                <a:lnTo>
                  <a:pt x="1730644" y="6715"/>
                </a:lnTo>
                <a:lnTo>
                  <a:pt x="1723376" y="1803"/>
                </a:lnTo>
                <a:lnTo>
                  <a:pt x="17145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665223" y="4368546"/>
            <a:ext cx="419734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Login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23950" y="4851653"/>
            <a:ext cx="150177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>
                <a:solidFill>
                  <a:srgbClr val="585858"/>
                </a:solidFill>
                <a:latin typeface="Calibri"/>
                <a:cs typeface="Calibri"/>
              </a:rPr>
              <a:t>Student</a:t>
            </a:r>
            <a:r>
              <a:rPr dirty="0" sz="11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5858"/>
                </a:solidFill>
                <a:latin typeface="Calibri"/>
                <a:cs typeface="Calibri"/>
              </a:rPr>
              <a:t>| Faculty</a:t>
            </a:r>
            <a:r>
              <a:rPr dirty="0" sz="11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5858"/>
                </a:solidFill>
                <a:latin typeface="Calibri"/>
                <a:cs typeface="Calibri"/>
              </a:rPr>
              <a:t>|</a:t>
            </a:r>
            <a:r>
              <a:rPr dirty="0" sz="1100" spc="-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85858"/>
                </a:solidFill>
                <a:latin typeface="Calibri"/>
                <a:cs typeface="Calibri"/>
              </a:rPr>
              <a:t>Admin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544823" y="1371600"/>
            <a:ext cx="2286000" cy="3977640"/>
            <a:chOff x="3544823" y="1371600"/>
            <a:chExt cx="2286000" cy="3977640"/>
          </a:xfrm>
        </p:grpSpPr>
        <p:sp>
          <p:nvSpPr>
            <p:cNvPr id="22" name="object 22"/>
            <p:cNvSpPr/>
            <p:nvPr/>
          </p:nvSpPr>
          <p:spPr>
            <a:xfrm>
              <a:off x="3544823" y="1371600"/>
              <a:ext cx="2286000" cy="3977640"/>
            </a:xfrm>
            <a:custGeom>
              <a:avLst/>
              <a:gdLst/>
              <a:ahLst/>
              <a:cxnLst/>
              <a:rect l="l" t="t" r="r" b="b"/>
              <a:pathLst>
                <a:path w="2286000" h="3977640">
                  <a:moveTo>
                    <a:pt x="2011680" y="0"/>
                  </a:moveTo>
                  <a:lnTo>
                    <a:pt x="274320" y="0"/>
                  </a:ln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20"/>
                  </a:lnTo>
                  <a:lnTo>
                    <a:pt x="0" y="3703320"/>
                  </a:lnTo>
                  <a:lnTo>
                    <a:pt x="4419" y="3752631"/>
                  </a:lnTo>
                  <a:lnTo>
                    <a:pt x="17161" y="3799042"/>
                  </a:lnTo>
                  <a:lnTo>
                    <a:pt x="37450" y="3841778"/>
                  </a:lnTo>
                  <a:lnTo>
                    <a:pt x="64513" y="3880064"/>
                  </a:lnTo>
                  <a:lnTo>
                    <a:pt x="97575" y="3913126"/>
                  </a:lnTo>
                  <a:lnTo>
                    <a:pt x="135861" y="3940189"/>
                  </a:lnTo>
                  <a:lnTo>
                    <a:pt x="178597" y="3960478"/>
                  </a:lnTo>
                  <a:lnTo>
                    <a:pt x="225008" y="3973220"/>
                  </a:lnTo>
                  <a:lnTo>
                    <a:pt x="274320" y="3977640"/>
                  </a:lnTo>
                  <a:lnTo>
                    <a:pt x="2011680" y="3977640"/>
                  </a:lnTo>
                  <a:lnTo>
                    <a:pt x="2060991" y="3973220"/>
                  </a:lnTo>
                  <a:lnTo>
                    <a:pt x="2107402" y="3960478"/>
                  </a:lnTo>
                  <a:lnTo>
                    <a:pt x="2150138" y="3940189"/>
                  </a:lnTo>
                  <a:lnTo>
                    <a:pt x="2188424" y="3913126"/>
                  </a:lnTo>
                  <a:lnTo>
                    <a:pt x="2221486" y="3880064"/>
                  </a:lnTo>
                  <a:lnTo>
                    <a:pt x="2248549" y="3841778"/>
                  </a:lnTo>
                  <a:lnTo>
                    <a:pt x="2268838" y="3799042"/>
                  </a:lnTo>
                  <a:lnTo>
                    <a:pt x="2281580" y="3752631"/>
                  </a:lnTo>
                  <a:lnTo>
                    <a:pt x="2286000" y="3703320"/>
                  </a:lnTo>
                  <a:lnTo>
                    <a:pt x="2286000" y="274320"/>
                  </a:lnTo>
                  <a:lnTo>
                    <a:pt x="2281580" y="225008"/>
                  </a:lnTo>
                  <a:lnTo>
                    <a:pt x="2268838" y="178597"/>
                  </a:lnTo>
                  <a:lnTo>
                    <a:pt x="2248549" y="135861"/>
                  </a:lnTo>
                  <a:lnTo>
                    <a:pt x="2221486" y="97575"/>
                  </a:lnTo>
                  <a:lnTo>
                    <a:pt x="2188424" y="64513"/>
                  </a:lnTo>
                  <a:lnTo>
                    <a:pt x="2150138" y="37450"/>
                  </a:lnTo>
                  <a:lnTo>
                    <a:pt x="2107402" y="17161"/>
                  </a:lnTo>
                  <a:lnTo>
                    <a:pt x="2060991" y="4419"/>
                  </a:lnTo>
                  <a:lnTo>
                    <a:pt x="2011680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636263" y="1481328"/>
              <a:ext cx="2103120" cy="3758565"/>
            </a:xfrm>
            <a:custGeom>
              <a:avLst/>
              <a:gdLst/>
              <a:ahLst/>
              <a:cxnLst/>
              <a:rect l="l" t="t" r="r" b="b"/>
              <a:pathLst>
                <a:path w="2103120" h="3758565">
                  <a:moveTo>
                    <a:pt x="1934845" y="0"/>
                  </a:moveTo>
                  <a:lnTo>
                    <a:pt x="168275" y="0"/>
                  </a:lnTo>
                  <a:lnTo>
                    <a:pt x="123531" y="6008"/>
                  </a:lnTo>
                  <a:lnTo>
                    <a:pt x="83330" y="22968"/>
                  </a:lnTo>
                  <a:lnTo>
                    <a:pt x="49276" y="49275"/>
                  </a:lnTo>
                  <a:lnTo>
                    <a:pt x="22968" y="83330"/>
                  </a:lnTo>
                  <a:lnTo>
                    <a:pt x="6008" y="123531"/>
                  </a:lnTo>
                  <a:lnTo>
                    <a:pt x="0" y="168275"/>
                  </a:lnTo>
                  <a:lnTo>
                    <a:pt x="0" y="3589909"/>
                  </a:lnTo>
                  <a:lnTo>
                    <a:pt x="6008" y="3634652"/>
                  </a:lnTo>
                  <a:lnTo>
                    <a:pt x="22968" y="3674853"/>
                  </a:lnTo>
                  <a:lnTo>
                    <a:pt x="49275" y="3708908"/>
                  </a:lnTo>
                  <a:lnTo>
                    <a:pt x="83330" y="3735215"/>
                  </a:lnTo>
                  <a:lnTo>
                    <a:pt x="123531" y="3752175"/>
                  </a:lnTo>
                  <a:lnTo>
                    <a:pt x="168275" y="3758184"/>
                  </a:lnTo>
                  <a:lnTo>
                    <a:pt x="1934845" y="3758184"/>
                  </a:lnTo>
                  <a:lnTo>
                    <a:pt x="1979588" y="3752175"/>
                  </a:lnTo>
                  <a:lnTo>
                    <a:pt x="2019789" y="3735215"/>
                  </a:lnTo>
                  <a:lnTo>
                    <a:pt x="2053844" y="3708908"/>
                  </a:lnTo>
                  <a:lnTo>
                    <a:pt x="2080151" y="3674853"/>
                  </a:lnTo>
                  <a:lnTo>
                    <a:pt x="2097111" y="3634652"/>
                  </a:lnTo>
                  <a:lnTo>
                    <a:pt x="2103120" y="3589909"/>
                  </a:lnTo>
                  <a:lnTo>
                    <a:pt x="2103120" y="168275"/>
                  </a:lnTo>
                  <a:lnTo>
                    <a:pt x="2097111" y="123531"/>
                  </a:lnTo>
                  <a:lnTo>
                    <a:pt x="2080151" y="83330"/>
                  </a:lnTo>
                  <a:lnTo>
                    <a:pt x="2053844" y="49275"/>
                  </a:lnTo>
                  <a:lnTo>
                    <a:pt x="2019789" y="22968"/>
                  </a:lnTo>
                  <a:lnTo>
                    <a:pt x="1979588" y="6008"/>
                  </a:lnTo>
                  <a:lnTo>
                    <a:pt x="19348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367783" y="1408176"/>
              <a:ext cx="640080" cy="64135"/>
            </a:xfrm>
            <a:custGeom>
              <a:avLst/>
              <a:gdLst/>
              <a:ahLst/>
              <a:cxnLst/>
              <a:rect l="l" t="t" r="r" b="b"/>
              <a:pathLst>
                <a:path w="640079" h="64134">
                  <a:moveTo>
                    <a:pt x="608076" y="0"/>
                  </a:moveTo>
                  <a:lnTo>
                    <a:pt x="32004" y="0"/>
                  </a:lnTo>
                  <a:lnTo>
                    <a:pt x="19556" y="2518"/>
                  </a:lnTo>
                  <a:lnTo>
                    <a:pt x="9382" y="9382"/>
                  </a:lnTo>
                  <a:lnTo>
                    <a:pt x="2518" y="19556"/>
                  </a:lnTo>
                  <a:lnTo>
                    <a:pt x="0" y="32003"/>
                  </a:lnTo>
                  <a:lnTo>
                    <a:pt x="2518" y="44451"/>
                  </a:lnTo>
                  <a:lnTo>
                    <a:pt x="9382" y="54625"/>
                  </a:lnTo>
                  <a:lnTo>
                    <a:pt x="19556" y="61489"/>
                  </a:lnTo>
                  <a:lnTo>
                    <a:pt x="32004" y="64007"/>
                  </a:lnTo>
                  <a:lnTo>
                    <a:pt x="608076" y="64007"/>
                  </a:lnTo>
                  <a:lnTo>
                    <a:pt x="620523" y="61489"/>
                  </a:lnTo>
                  <a:lnTo>
                    <a:pt x="630697" y="54625"/>
                  </a:lnTo>
                  <a:lnTo>
                    <a:pt x="637561" y="44451"/>
                  </a:lnTo>
                  <a:lnTo>
                    <a:pt x="640080" y="32003"/>
                  </a:lnTo>
                  <a:lnTo>
                    <a:pt x="637561" y="19556"/>
                  </a:lnTo>
                  <a:lnTo>
                    <a:pt x="630697" y="9382"/>
                  </a:lnTo>
                  <a:lnTo>
                    <a:pt x="620523" y="2518"/>
                  </a:lnTo>
                  <a:lnTo>
                    <a:pt x="608076" y="0"/>
                  </a:lnTo>
                  <a:close/>
                </a:path>
              </a:pathLst>
            </a:custGeom>
            <a:solidFill>
              <a:srgbClr val="49536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945128" y="1644903"/>
            <a:ext cx="1486535" cy="377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F2A44"/>
                </a:solidFill>
                <a:latin typeface="Calibri"/>
                <a:cs typeface="Calibri"/>
              </a:rPr>
              <a:t>CSE-</a:t>
            </a:r>
            <a:r>
              <a:rPr dirty="0" sz="1200" b="1">
                <a:solidFill>
                  <a:srgbClr val="1F2A44"/>
                </a:solidFill>
                <a:latin typeface="Calibri"/>
                <a:cs typeface="Calibri"/>
              </a:rPr>
              <a:t>A</a:t>
            </a:r>
            <a:r>
              <a:rPr dirty="0" sz="1200" spc="-5" b="1">
                <a:solidFill>
                  <a:srgbClr val="1F2A44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2A44"/>
                </a:solidFill>
                <a:latin typeface="Calibri"/>
                <a:cs typeface="Calibri"/>
              </a:rPr>
              <a:t>·</a:t>
            </a:r>
            <a:r>
              <a:rPr dirty="0" sz="1200" spc="15" b="1">
                <a:solidFill>
                  <a:srgbClr val="1F2A44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2A44"/>
                </a:solidFill>
                <a:latin typeface="Calibri"/>
                <a:cs typeface="Calibri"/>
              </a:rPr>
              <a:t>Data</a:t>
            </a:r>
            <a:r>
              <a:rPr dirty="0" sz="1200" spc="10" b="1">
                <a:solidFill>
                  <a:srgbClr val="1F2A44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F2A44"/>
                </a:solidFill>
                <a:latin typeface="Calibri"/>
                <a:cs typeface="Calibri"/>
              </a:rPr>
              <a:t>Structures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solidFill>
                  <a:srgbClr val="585858"/>
                </a:solidFill>
                <a:latin typeface="Calibri"/>
                <a:cs typeface="Calibri"/>
              </a:rPr>
              <a:t>Period</a:t>
            </a:r>
            <a:r>
              <a:rPr dirty="0" sz="1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5858"/>
                </a:solidFill>
                <a:latin typeface="Calibri"/>
                <a:cs typeface="Calibri"/>
              </a:rPr>
              <a:t>3</a:t>
            </a:r>
            <a:r>
              <a:rPr dirty="0" sz="11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5858"/>
                </a:solidFill>
                <a:latin typeface="Calibri"/>
                <a:cs typeface="Calibri"/>
              </a:rPr>
              <a:t>·</a:t>
            </a:r>
            <a:r>
              <a:rPr dirty="0" sz="11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5858"/>
                </a:solidFill>
                <a:latin typeface="Calibri"/>
                <a:cs typeface="Calibri"/>
              </a:rPr>
              <a:t>10:00 </a:t>
            </a:r>
            <a:r>
              <a:rPr dirty="0" sz="1100" spc="-25">
                <a:solidFill>
                  <a:srgbClr val="585858"/>
                </a:solidFill>
                <a:latin typeface="Calibri"/>
                <a:cs typeface="Calibri"/>
              </a:rPr>
              <a:t>AM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773423" y="2167127"/>
            <a:ext cx="1828800" cy="2926080"/>
            <a:chOff x="3773423" y="2167127"/>
            <a:chExt cx="1828800" cy="2926080"/>
          </a:xfrm>
        </p:grpSpPr>
        <p:sp>
          <p:nvSpPr>
            <p:cNvPr id="27" name="object 27"/>
            <p:cNvSpPr/>
            <p:nvPr/>
          </p:nvSpPr>
          <p:spPr>
            <a:xfrm>
              <a:off x="3773423" y="2167127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1755648" y="0"/>
                  </a:moveTo>
                  <a:lnTo>
                    <a:pt x="73152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755647"/>
                  </a:lnTo>
                  <a:lnTo>
                    <a:pt x="5750" y="1784115"/>
                  </a:lnTo>
                  <a:lnTo>
                    <a:pt x="21431" y="1807368"/>
                  </a:lnTo>
                  <a:lnTo>
                    <a:pt x="44684" y="1823049"/>
                  </a:lnTo>
                  <a:lnTo>
                    <a:pt x="73152" y="1828800"/>
                  </a:lnTo>
                  <a:lnTo>
                    <a:pt x="1755648" y="1828800"/>
                  </a:lnTo>
                  <a:lnTo>
                    <a:pt x="1784115" y="1823049"/>
                  </a:lnTo>
                  <a:lnTo>
                    <a:pt x="1807368" y="1807368"/>
                  </a:lnTo>
                  <a:lnTo>
                    <a:pt x="1823049" y="1784115"/>
                  </a:lnTo>
                  <a:lnTo>
                    <a:pt x="1828800" y="1755647"/>
                  </a:lnTo>
                  <a:lnTo>
                    <a:pt x="1828800" y="73151"/>
                  </a:lnTo>
                  <a:lnTo>
                    <a:pt x="1823049" y="44684"/>
                  </a:lnTo>
                  <a:lnTo>
                    <a:pt x="1807368" y="21431"/>
                  </a:lnTo>
                  <a:lnTo>
                    <a:pt x="1784115" y="5750"/>
                  </a:lnTo>
                  <a:lnTo>
                    <a:pt x="1755648" y="0"/>
                  </a:lnTo>
                  <a:close/>
                </a:path>
              </a:pathLst>
            </a:custGeom>
            <a:solidFill>
              <a:srgbClr val="EDEF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819144" y="2258580"/>
              <a:ext cx="1737360" cy="2834640"/>
            </a:xfrm>
            <a:custGeom>
              <a:avLst/>
              <a:gdLst/>
              <a:ahLst/>
              <a:cxnLst/>
              <a:rect l="l" t="t" r="r" b="b"/>
              <a:pathLst>
                <a:path w="1737360" h="2834640">
                  <a:moveTo>
                    <a:pt x="228587" y="914400"/>
                  </a:moveTo>
                  <a:lnTo>
                    <a:pt x="45720" y="914400"/>
                  </a:lnTo>
                  <a:lnTo>
                    <a:pt x="45720" y="1097267"/>
                  </a:lnTo>
                  <a:lnTo>
                    <a:pt x="45720" y="1280147"/>
                  </a:lnTo>
                  <a:lnTo>
                    <a:pt x="45720" y="1463027"/>
                  </a:lnTo>
                  <a:lnTo>
                    <a:pt x="45720" y="1645907"/>
                  </a:lnTo>
                  <a:lnTo>
                    <a:pt x="228587" y="1645907"/>
                  </a:lnTo>
                  <a:lnTo>
                    <a:pt x="228587" y="1463027"/>
                  </a:lnTo>
                  <a:lnTo>
                    <a:pt x="228587" y="1280147"/>
                  </a:lnTo>
                  <a:lnTo>
                    <a:pt x="228587" y="1097267"/>
                  </a:lnTo>
                  <a:lnTo>
                    <a:pt x="228587" y="914400"/>
                  </a:lnTo>
                  <a:close/>
                </a:path>
                <a:path w="1737360" h="2834640">
                  <a:moveTo>
                    <a:pt x="228587" y="731507"/>
                  </a:moveTo>
                  <a:lnTo>
                    <a:pt x="45720" y="731507"/>
                  </a:lnTo>
                  <a:lnTo>
                    <a:pt x="45720" y="914387"/>
                  </a:lnTo>
                  <a:lnTo>
                    <a:pt x="228587" y="914387"/>
                  </a:lnTo>
                  <a:lnTo>
                    <a:pt x="228587" y="731507"/>
                  </a:lnTo>
                  <a:close/>
                </a:path>
                <a:path w="1737360" h="2834640">
                  <a:moveTo>
                    <a:pt x="228587" y="365760"/>
                  </a:moveTo>
                  <a:lnTo>
                    <a:pt x="45720" y="365760"/>
                  </a:lnTo>
                  <a:lnTo>
                    <a:pt x="45720" y="548627"/>
                  </a:lnTo>
                  <a:lnTo>
                    <a:pt x="228587" y="548627"/>
                  </a:lnTo>
                  <a:lnTo>
                    <a:pt x="228587" y="365760"/>
                  </a:lnTo>
                  <a:close/>
                </a:path>
                <a:path w="1737360" h="2834640">
                  <a:moveTo>
                    <a:pt x="228587" y="0"/>
                  </a:moveTo>
                  <a:lnTo>
                    <a:pt x="45720" y="0"/>
                  </a:lnTo>
                  <a:lnTo>
                    <a:pt x="45720" y="182867"/>
                  </a:lnTo>
                  <a:lnTo>
                    <a:pt x="45720" y="365747"/>
                  </a:lnTo>
                  <a:lnTo>
                    <a:pt x="228587" y="365747"/>
                  </a:lnTo>
                  <a:lnTo>
                    <a:pt x="228587" y="182867"/>
                  </a:lnTo>
                  <a:lnTo>
                    <a:pt x="228587" y="0"/>
                  </a:lnTo>
                  <a:close/>
                </a:path>
                <a:path w="1737360" h="2834640">
                  <a:moveTo>
                    <a:pt x="594360" y="731507"/>
                  </a:moveTo>
                  <a:lnTo>
                    <a:pt x="411480" y="731507"/>
                  </a:lnTo>
                  <a:lnTo>
                    <a:pt x="411480" y="914387"/>
                  </a:lnTo>
                  <a:lnTo>
                    <a:pt x="594360" y="914387"/>
                  </a:lnTo>
                  <a:lnTo>
                    <a:pt x="594360" y="731507"/>
                  </a:lnTo>
                  <a:close/>
                </a:path>
                <a:path w="1737360" h="2834640">
                  <a:moveTo>
                    <a:pt x="594360" y="365760"/>
                  </a:moveTo>
                  <a:lnTo>
                    <a:pt x="411480" y="365760"/>
                  </a:lnTo>
                  <a:lnTo>
                    <a:pt x="228600" y="365760"/>
                  </a:lnTo>
                  <a:lnTo>
                    <a:pt x="228600" y="548627"/>
                  </a:lnTo>
                  <a:lnTo>
                    <a:pt x="411480" y="548627"/>
                  </a:lnTo>
                  <a:lnTo>
                    <a:pt x="594360" y="548627"/>
                  </a:lnTo>
                  <a:lnTo>
                    <a:pt x="594360" y="365760"/>
                  </a:lnTo>
                  <a:close/>
                </a:path>
                <a:path w="1737360" h="2834640">
                  <a:moveTo>
                    <a:pt x="594360" y="0"/>
                  </a:moveTo>
                  <a:lnTo>
                    <a:pt x="411480" y="0"/>
                  </a:lnTo>
                  <a:lnTo>
                    <a:pt x="228600" y="0"/>
                  </a:lnTo>
                  <a:lnTo>
                    <a:pt x="228600" y="182867"/>
                  </a:lnTo>
                  <a:lnTo>
                    <a:pt x="411480" y="182867"/>
                  </a:lnTo>
                  <a:lnTo>
                    <a:pt x="411480" y="365747"/>
                  </a:lnTo>
                  <a:lnTo>
                    <a:pt x="594360" y="365747"/>
                  </a:lnTo>
                  <a:lnTo>
                    <a:pt x="594360" y="182867"/>
                  </a:lnTo>
                  <a:lnTo>
                    <a:pt x="594360" y="0"/>
                  </a:lnTo>
                  <a:close/>
                </a:path>
                <a:path w="1737360" h="2834640">
                  <a:moveTo>
                    <a:pt x="777227" y="914400"/>
                  </a:moveTo>
                  <a:lnTo>
                    <a:pt x="594360" y="914400"/>
                  </a:lnTo>
                  <a:lnTo>
                    <a:pt x="411480" y="914400"/>
                  </a:lnTo>
                  <a:lnTo>
                    <a:pt x="411480" y="1097267"/>
                  </a:lnTo>
                  <a:lnTo>
                    <a:pt x="228600" y="1097267"/>
                  </a:lnTo>
                  <a:lnTo>
                    <a:pt x="228600" y="1280147"/>
                  </a:lnTo>
                  <a:lnTo>
                    <a:pt x="411480" y="1280147"/>
                  </a:lnTo>
                  <a:lnTo>
                    <a:pt x="411480" y="1463027"/>
                  </a:lnTo>
                  <a:lnTo>
                    <a:pt x="228600" y="1463027"/>
                  </a:lnTo>
                  <a:lnTo>
                    <a:pt x="228600" y="1645907"/>
                  </a:lnTo>
                  <a:lnTo>
                    <a:pt x="411480" y="1645907"/>
                  </a:lnTo>
                  <a:lnTo>
                    <a:pt x="594360" y="1645907"/>
                  </a:lnTo>
                  <a:lnTo>
                    <a:pt x="777227" y="1645907"/>
                  </a:lnTo>
                  <a:lnTo>
                    <a:pt x="777227" y="1463027"/>
                  </a:lnTo>
                  <a:lnTo>
                    <a:pt x="777227" y="1280147"/>
                  </a:lnTo>
                  <a:lnTo>
                    <a:pt x="777227" y="1097267"/>
                  </a:lnTo>
                  <a:lnTo>
                    <a:pt x="777227" y="914400"/>
                  </a:lnTo>
                  <a:close/>
                </a:path>
                <a:path w="1737360" h="2834640">
                  <a:moveTo>
                    <a:pt x="960120" y="1280147"/>
                  </a:moveTo>
                  <a:lnTo>
                    <a:pt x="777240" y="1280147"/>
                  </a:lnTo>
                  <a:lnTo>
                    <a:pt x="777240" y="1463027"/>
                  </a:lnTo>
                  <a:lnTo>
                    <a:pt x="960120" y="1463027"/>
                  </a:lnTo>
                  <a:lnTo>
                    <a:pt x="960120" y="1280147"/>
                  </a:lnTo>
                  <a:close/>
                </a:path>
                <a:path w="1737360" h="2834640">
                  <a:moveTo>
                    <a:pt x="960120" y="365760"/>
                  </a:moveTo>
                  <a:lnTo>
                    <a:pt x="777240" y="365760"/>
                  </a:lnTo>
                  <a:lnTo>
                    <a:pt x="777240" y="548627"/>
                  </a:lnTo>
                  <a:lnTo>
                    <a:pt x="777240" y="731507"/>
                  </a:lnTo>
                  <a:lnTo>
                    <a:pt x="777240" y="914387"/>
                  </a:lnTo>
                  <a:lnTo>
                    <a:pt x="960120" y="914387"/>
                  </a:lnTo>
                  <a:lnTo>
                    <a:pt x="960120" y="731507"/>
                  </a:lnTo>
                  <a:lnTo>
                    <a:pt x="960120" y="548627"/>
                  </a:lnTo>
                  <a:lnTo>
                    <a:pt x="960120" y="365760"/>
                  </a:lnTo>
                  <a:close/>
                </a:path>
                <a:path w="1737360" h="2834640">
                  <a:moveTo>
                    <a:pt x="960120" y="182867"/>
                  </a:moveTo>
                  <a:lnTo>
                    <a:pt x="777240" y="182867"/>
                  </a:lnTo>
                  <a:lnTo>
                    <a:pt x="777240" y="365747"/>
                  </a:lnTo>
                  <a:lnTo>
                    <a:pt x="960120" y="365747"/>
                  </a:lnTo>
                  <a:lnTo>
                    <a:pt x="960120" y="182867"/>
                  </a:lnTo>
                  <a:close/>
                </a:path>
                <a:path w="1737360" h="2834640">
                  <a:moveTo>
                    <a:pt x="1142987" y="1463027"/>
                  </a:moveTo>
                  <a:lnTo>
                    <a:pt x="960120" y="1463027"/>
                  </a:lnTo>
                  <a:lnTo>
                    <a:pt x="960120" y="1645907"/>
                  </a:lnTo>
                  <a:lnTo>
                    <a:pt x="1142987" y="1645907"/>
                  </a:lnTo>
                  <a:lnTo>
                    <a:pt x="1142987" y="1463027"/>
                  </a:lnTo>
                  <a:close/>
                </a:path>
                <a:path w="1737360" h="2834640">
                  <a:moveTo>
                    <a:pt x="1142987" y="914400"/>
                  </a:moveTo>
                  <a:lnTo>
                    <a:pt x="960120" y="914400"/>
                  </a:lnTo>
                  <a:lnTo>
                    <a:pt x="960120" y="1097267"/>
                  </a:lnTo>
                  <a:lnTo>
                    <a:pt x="1142987" y="1097267"/>
                  </a:lnTo>
                  <a:lnTo>
                    <a:pt x="1142987" y="914400"/>
                  </a:lnTo>
                  <a:close/>
                </a:path>
                <a:path w="1737360" h="2834640">
                  <a:moveTo>
                    <a:pt x="1142987" y="0"/>
                  </a:moveTo>
                  <a:lnTo>
                    <a:pt x="960120" y="0"/>
                  </a:lnTo>
                  <a:lnTo>
                    <a:pt x="960120" y="182867"/>
                  </a:lnTo>
                  <a:lnTo>
                    <a:pt x="1142987" y="182867"/>
                  </a:lnTo>
                  <a:lnTo>
                    <a:pt x="1142987" y="0"/>
                  </a:lnTo>
                  <a:close/>
                </a:path>
                <a:path w="1737360" h="2834640">
                  <a:moveTo>
                    <a:pt x="1691627" y="1280147"/>
                  </a:moveTo>
                  <a:lnTo>
                    <a:pt x="1508760" y="1280147"/>
                  </a:lnTo>
                  <a:lnTo>
                    <a:pt x="1325880" y="1280147"/>
                  </a:lnTo>
                  <a:lnTo>
                    <a:pt x="1325880" y="1097267"/>
                  </a:lnTo>
                  <a:lnTo>
                    <a:pt x="1143000" y="1097267"/>
                  </a:lnTo>
                  <a:lnTo>
                    <a:pt x="1143000" y="1280147"/>
                  </a:lnTo>
                  <a:lnTo>
                    <a:pt x="1143000" y="1463027"/>
                  </a:lnTo>
                  <a:lnTo>
                    <a:pt x="1325880" y="1463027"/>
                  </a:lnTo>
                  <a:lnTo>
                    <a:pt x="1508760" y="1463027"/>
                  </a:lnTo>
                  <a:lnTo>
                    <a:pt x="1508760" y="1645907"/>
                  </a:lnTo>
                  <a:lnTo>
                    <a:pt x="1691627" y="1645907"/>
                  </a:lnTo>
                  <a:lnTo>
                    <a:pt x="1691627" y="1463027"/>
                  </a:lnTo>
                  <a:lnTo>
                    <a:pt x="1691627" y="1280147"/>
                  </a:lnTo>
                  <a:close/>
                </a:path>
                <a:path w="1737360" h="2834640">
                  <a:moveTo>
                    <a:pt x="1691627" y="365760"/>
                  </a:moveTo>
                  <a:lnTo>
                    <a:pt x="1508760" y="365760"/>
                  </a:lnTo>
                  <a:lnTo>
                    <a:pt x="1325880" y="365760"/>
                  </a:lnTo>
                  <a:lnTo>
                    <a:pt x="1143000" y="365760"/>
                  </a:lnTo>
                  <a:lnTo>
                    <a:pt x="1143000" y="548627"/>
                  </a:lnTo>
                  <a:lnTo>
                    <a:pt x="1325880" y="548627"/>
                  </a:lnTo>
                  <a:lnTo>
                    <a:pt x="1325880" y="731507"/>
                  </a:lnTo>
                  <a:lnTo>
                    <a:pt x="1508760" y="731507"/>
                  </a:lnTo>
                  <a:lnTo>
                    <a:pt x="1691627" y="731507"/>
                  </a:lnTo>
                  <a:lnTo>
                    <a:pt x="1691627" y="548627"/>
                  </a:lnTo>
                  <a:lnTo>
                    <a:pt x="1691627" y="365760"/>
                  </a:lnTo>
                  <a:close/>
                </a:path>
                <a:path w="1737360" h="2834640">
                  <a:moveTo>
                    <a:pt x="1691627" y="0"/>
                  </a:moveTo>
                  <a:lnTo>
                    <a:pt x="1508760" y="0"/>
                  </a:lnTo>
                  <a:lnTo>
                    <a:pt x="1325880" y="0"/>
                  </a:lnTo>
                  <a:lnTo>
                    <a:pt x="1143000" y="0"/>
                  </a:lnTo>
                  <a:lnTo>
                    <a:pt x="1143000" y="182867"/>
                  </a:lnTo>
                  <a:lnTo>
                    <a:pt x="1143000" y="365747"/>
                  </a:lnTo>
                  <a:lnTo>
                    <a:pt x="1325880" y="365747"/>
                  </a:lnTo>
                  <a:lnTo>
                    <a:pt x="1325880" y="182867"/>
                  </a:lnTo>
                  <a:lnTo>
                    <a:pt x="1508760" y="182867"/>
                  </a:lnTo>
                  <a:lnTo>
                    <a:pt x="1508760" y="365747"/>
                  </a:lnTo>
                  <a:lnTo>
                    <a:pt x="1691627" y="365747"/>
                  </a:lnTo>
                  <a:lnTo>
                    <a:pt x="1691627" y="182867"/>
                  </a:lnTo>
                  <a:lnTo>
                    <a:pt x="1691627" y="0"/>
                  </a:lnTo>
                  <a:close/>
                </a:path>
                <a:path w="1737360" h="2834640">
                  <a:moveTo>
                    <a:pt x="1737360" y="2400287"/>
                  </a:moveTo>
                  <a:lnTo>
                    <a:pt x="1735543" y="2391422"/>
                  </a:lnTo>
                  <a:lnTo>
                    <a:pt x="1730641" y="2384145"/>
                  </a:lnTo>
                  <a:lnTo>
                    <a:pt x="1723364" y="2379243"/>
                  </a:lnTo>
                  <a:lnTo>
                    <a:pt x="1714500" y="2377427"/>
                  </a:lnTo>
                  <a:lnTo>
                    <a:pt x="22860" y="2377427"/>
                  </a:lnTo>
                  <a:lnTo>
                    <a:pt x="13982" y="2379243"/>
                  </a:lnTo>
                  <a:lnTo>
                    <a:pt x="6705" y="2384145"/>
                  </a:lnTo>
                  <a:lnTo>
                    <a:pt x="1803" y="2391422"/>
                  </a:lnTo>
                  <a:lnTo>
                    <a:pt x="0" y="2400287"/>
                  </a:lnTo>
                  <a:lnTo>
                    <a:pt x="0" y="2811767"/>
                  </a:lnTo>
                  <a:lnTo>
                    <a:pt x="1803" y="2820644"/>
                  </a:lnTo>
                  <a:lnTo>
                    <a:pt x="6705" y="2827921"/>
                  </a:lnTo>
                  <a:lnTo>
                    <a:pt x="13982" y="2832824"/>
                  </a:lnTo>
                  <a:lnTo>
                    <a:pt x="22860" y="2834627"/>
                  </a:lnTo>
                  <a:lnTo>
                    <a:pt x="1714500" y="2834627"/>
                  </a:lnTo>
                  <a:lnTo>
                    <a:pt x="1723364" y="2832824"/>
                  </a:lnTo>
                  <a:lnTo>
                    <a:pt x="1730641" y="2827921"/>
                  </a:lnTo>
                  <a:lnTo>
                    <a:pt x="1735543" y="2820644"/>
                  </a:lnTo>
                  <a:lnTo>
                    <a:pt x="1737360" y="2811767"/>
                  </a:lnTo>
                  <a:lnTo>
                    <a:pt x="1737360" y="2400287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4134865" y="4239767"/>
            <a:ext cx="110680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C00000"/>
                </a:solidFill>
                <a:latin typeface="Calibri"/>
                <a:cs typeface="Calibri"/>
              </a:rPr>
              <a:t>Expires</a:t>
            </a:r>
            <a:r>
              <a:rPr dirty="0" sz="1300" spc="-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C00000"/>
                </a:solidFill>
                <a:latin typeface="Calibri"/>
                <a:cs typeface="Calibri"/>
              </a:rPr>
              <a:t>in </a:t>
            </a:r>
            <a:r>
              <a:rPr dirty="0" sz="1300" spc="-10" b="1">
                <a:solidFill>
                  <a:srgbClr val="C00000"/>
                </a:solidFill>
                <a:latin typeface="Calibri"/>
                <a:cs typeface="Calibri"/>
              </a:rPr>
              <a:t>00:45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41800" y="4734305"/>
            <a:ext cx="89281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End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Session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358128" y="1371600"/>
            <a:ext cx="2286000" cy="3977640"/>
            <a:chOff x="6358128" y="1371600"/>
            <a:chExt cx="2286000" cy="3977640"/>
          </a:xfrm>
        </p:grpSpPr>
        <p:sp>
          <p:nvSpPr>
            <p:cNvPr id="32" name="object 32"/>
            <p:cNvSpPr/>
            <p:nvPr/>
          </p:nvSpPr>
          <p:spPr>
            <a:xfrm>
              <a:off x="6358128" y="1371600"/>
              <a:ext cx="2286000" cy="3977640"/>
            </a:xfrm>
            <a:custGeom>
              <a:avLst/>
              <a:gdLst/>
              <a:ahLst/>
              <a:cxnLst/>
              <a:rect l="l" t="t" r="r" b="b"/>
              <a:pathLst>
                <a:path w="2286000" h="3977640">
                  <a:moveTo>
                    <a:pt x="2011680" y="0"/>
                  </a:moveTo>
                  <a:lnTo>
                    <a:pt x="274320" y="0"/>
                  </a:ln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20"/>
                  </a:lnTo>
                  <a:lnTo>
                    <a:pt x="0" y="3703320"/>
                  </a:lnTo>
                  <a:lnTo>
                    <a:pt x="4419" y="3752631"/>
                  </a:lnTo>
                  <a:lnTo>
                    <a:pt x="17161" y="3799042"/>
                  </a:lnTo>
                  <a:lnTo>
                    <a:pt x="37450" y="3841778"/>
                  </a:lnTo>
                  <a:lnTo>
                    <a:pt x="64513" y="3880064"/>
                  </a:lnTo>
                  <a:lnTo>
                    <a:pt x="97575" y="3913126"/>
                  </a:lnTo>
                  <a:lnTo>
                    <a:pt x="135861" y="3940189"/>
                  </a:lnTo>
                  <a:lnTo>
                    <a:pt x="178597" y="3960478"/>
                  </a:lnTo>
                  <a:lnTo>
                    <a:pt x="225008" y="3973220"/>
                  </a:lnTo>
                  <a:lnTo>
                    <a:pt x="274320" y="3977640"/>
                  </a:lnTo>
                  <a:lnTo>
                    <a:pt x="2011680" y="3977640"/>
                  </a:lnTo>
                  <a:lnTo>
                    <a:pt x="2060991" y="3973220"/>
                  </a:lnTo>
                  <a:lnTo>
                    <a:pt x="2107402" y="3960478"/>
                  </a:lnTo>
                  <a:lnTo>
                    <a:pt x="2150138" y="3940189"/>
                  </a:lnTo>
                  <a:lnTo>
                    <a:pt x="2188424" y="3913126"/>
                  </a:lnTo>
                  <a:lnTo>
                    <a:pt x="2221486" y="3880064"/>
                  </a:lnTo>
                  <a:lnTo>
                    <a:pt x="2248549" y="3841778"/>
                  </a:lnTo>
                  <a:lnTo>
                    <a:pt x="2268838" y="3799042"/>
                  </a:lnTo>
                  <a:lnTo>
                    <a:pt x="2281580" y="3752631"/>
                  </a:lnTo>
                  <a:lnTo>
                    <a:pt x="2286000" y="3703320"/>
                  </a:lnTo>
                  <a:lnTo>
                    <a:pt x="2286000" y="274320"/>
                  </a:lnTo>
                  <a:lnTo>
                    <a:pt x="2281580" y="225008"/>
                  </a:lnTo>
                  <a:lnTo>
                    <a:pt x="2268838" y="178597"/>
                  </a:lnTo>
                  <a:lnTo>
                    <a:pt x="2248549" y="135861"/>
                  </a:lnTo>
                  <a:lnTo>
                    <a:pt x="2221486" y="97575"/>
                  </a:lnTo>
                  <a:lnTo>
                    <a:pt x="2188424" y="64513"/>
                  </a:lnTo>
                  <a:lnTo>
                    <a:pt x="2150138" y="37450"/>
                  </a:lnTo>
                  <a:lnTo>
                    <a:pt x="2107402" y="17161"/>
                  </a:lnTo>
                  <a:lnTo>
                    <a:pt x="2060991" y="4419"/>
                  </a:lnTo>
                  <a:lnTo>
                    <a:pt x="2011680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449568" y="1481328"/>
              <a:ext cx="2103120" cy="3758565"/>
            </a:xfrm>
            <a:custGeom>
              <a:avLst/>
              <a:gdLst/>
              <a:ahLst/>
              <a:cxnLst/>
              <a:rect l="l" t="t" r="r" b="b"/>
              <a:pathLst>
                <a:path w="2103120" h="3758565">
                  <a:moveTo>
                    <a:pt x="1934845" y="0"/>
                  </a:moveTo>
                  <a:lnTo>
                    <a:pt x="168275" y="0"/>
                  </a:lnTo>
                  <a:lnTo>
                    <a:pt x="123531" y="6008"/>
                  </a:lnTo>
                  <a:lnTo>
                    <a:pt x="83330" y="22968"/>
                  </a:lnTo>
                  <a:lnTo>
                    <a:pt x="49276" y="49275"/>
                  </a:lnTo>
                  <a:lnTo>
                    <a:pt x="22968" y="83330"/>
                  </a:lnTo>
                  <a:lnTo>
                    <a:pt x="6008" y="123531"/>
                  </a:lnTo>
                  <a:lnTo>
                    <a:pt x="0" y="168275"/>
                  </a:lnTo>
                  <a:lnTo>
                    <a:pt x="0" y="3589909"/>
                  </a:lnTo>
                  <a:lnTo>
                    <a:pt x="6008" y="3634652"/>
                  </a:lnTo>
                  <a:lnTo>
                    <a:pt x="22968" y="3674853"/>
                  </a:lnTo>
                  <a:lnTo>
                    <a:pt x="49275" y="3708908"/>
                  </a:lnTo>
                  <a:lnTo>
                    <a:pt x="83330" y="3735215"/>
                  </a:lnTo>
                  <a:lnTo>
                    <a:pt x="123531" y="3752175"/>
                  </a:lnTo>
                  <a:lnTo>
                    <a:pt x="168275" y="3758184"/>
                  </a:lnTo>
                  <a:lnTo>
                    <a:pt x="1934845" y="3758184"/>
                  </a:lnTo>
                  <a:lnTo>
                    <a:pt x="1979588" y="3752175"/>
                  </a:lnTo>
                  <a:lnTo>
                    <a:pt x="2019789" y="3735215"/>
                  </a:lnTo>
                  <a:lnTo>
                    <a:pt x="2053844" y="3708908"/>
                  </a:lnTo>
                  <a:lnTo>
                    <a:pt x="2080151" y="3674853"/>
                  </a:lnTo>
                  <a:lnTo>
                    <a:pt x="2097111" y="3634652"/>
                  </a:lnTo>
                  <a:lnTo>
                    <a:pt x="2103120" y="3589909"/>
                  </a:lnTo>
                  <a:lnTo>
                    <a:pt x="2103120" y="168275"/>
                  </a:lnTo>
                  <a:lnTo>
                    <a:pt x="2097111" y="123531"/>
                  </a:lnTo>
                  <a:lnTo>
                    <a:pt x="2080151" y="83330"/>
                  </a:lnTo>
                  <a:lnTo>
                    <a:pt x="2053844" y="49275"/>
                  </a:lnTo>
                  <a:lnTo>
                    <a:pt x="2019789" y="22968"/>
                  </a:lnTo>
                  <a:lnTo>
                    <a:pt x="1979588" y="6008"/>
                  </a:lnTo>
                  <a:lnTo>
                    <a:pt x="19348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181088" y="1408176"/>
              <a:ext cx="640080" cy="64135"/>
            </a:xfrm>
            <a:custGeom>
              <a:avLst/>
              <a:gdLst/>
              <a:ahLst/>
              <a:cxnLst/>
              <a:rect l="l" t="t" r="r" b="b"/>
              <a:pathLst>
                <a:path w="640079" h="64134">
                  <a:moveTo>
                    <a:pt x="608076" y="0"/>
                  </a:moveTo>
                  <a:lnTo>
                    <a:pt x="32004" y="0"/>
                  </a:lnTo>
                  <a:lnTo>
                    <a:pt x="19556" y="2518"/>
                  </a:lnTo>
                  <a:lnTo>
                    <a:pt x="9382" y="9382"/>
                  </a:lnTo>
                  <a:lnTo>
                    <a:pt x="2518" y="19556"/>
                  </a:lnTo>
                  <a:lnTo>
                    <a:pt x="0" y="32003"/>
                  </a:lnTo>
                  <a:lnTo>
                    <a:pt x="2518" y="44451"/>
                  </a:lnTo>
                  <a:lnTo>
                    <a:pt x="9382" y="54625"/>
                  </a:lnTo>
                  <a:lnTo>
                    <a:pt x="19556" y="61489"/>
                  </a:lnTo>
                  <a:lnTo>
                    <a:pt x="32004" y="64007"/>
                  </a:lnTo>
                  <a:lnTo>
                    <a:pt x="608076" y="64007"/>
                  </a:lnTo>
                  <a:lnTo>
                    <a:pt x="620523" y="61489"/>
                  </a:lnTo>
                  <a:lnTo>
                    <a:pt x="630697" y="54625"/>
                  </a:lnTo>
                  <a:lnTo>
                    <a:pt x="637561" y="44451"/>
                  </a:lnTo>
                  <a:lnTo>
                    <a:pt x="640080" y="32003"/>
                  </a:lnTo>
                  <a:lnTo>
                    <a:pt x="637561" y="19556"/>
                  </a:lnTo>
                  <a:lnTo>
                    <a:pt x="630697" y="9382"/>
                  </a:lnTo>
                  <a:lnTo>
                    <a:pt x="620523" y="2518"/>
                  </a:lnTo>
                  <a:lnTo>
                    <a:pt x="608076" y="0"/>
                  </a:lnTo>
                  <a:close/>
                </a:path>
              </a:pathLst>
            </a:custGeom>
            <a:solidFill>
              <a:srgbClr val="49536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6620256" y="1643380"/>
            <a:ext cx="85090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solidFill>
                  <a:srgbClr val="1F2A44"/>
                </a:solidFill>
                <a:latin typeface="Calibri"/>
                <a:cs typeface="Calibri"/>
              </a:rPr>
              <a:t>Hi,</a:t>
            </a:r>
            <a:r>
              <a:rPr dirty="0" sz="1400" spc="-15" b="1">
                <a:solidFill>
                  <a:srgbClr val="1F2A44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F2A44"/>
                </a:solidFill>
                <a:latin typeface="Calibri"/>
                <a:cs typeface="Calibri"/>
              </a:rPr>
              <a:t>Student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586728" y="2029967"/>
            <a:ext cx="1828800" cy="1097280"/>
          </a:xfrm>
          <a:custGeom>
            <a:avLst/>
            <a:gdLst/>
            <a:ahLst/>
            <a:cxnLst/>
            <a:rect l="l" t="t" r="r" b="b"/>
            <a:pathLst>
              <a:path w="1828800" h="1097280">
                <a:moveTo>
                  <a:pt x="1773936" y="0"/>
                </a:moveTo>
                <a:lnTo>
                  <a:pt x="54864" y="0"/>
                </a:lnTo>
                <a:lnTo>
                  <a:pt x="33486" y="4304"/>
                </a:lnTo>
                <a:lnTo>
                  <a:pt x="16049" y="16049"/>
                </a:lnTo>
                <a:lnTo>
                  <a:pt x="4304" y="33486"/>
                </a:lnTo>
                <a:lnTo>
                  <a:pt x="0" y="54863"/>
                </a:lnTo>
                <a:lnTo>
                  <a:pt x="0" y="1042416"/>
                </a:lnTo>
                <a:lnTo>
                  <a:pt x="4304" y="1063793"/>
                </a:lnTo>
                <a:lnTo>
                  <a:pt x="16049" y="1081230"/>
                </a:lnTo>
                <a:lnTo>
                  <a:pt x="33486" y="1092975"/>
                </a:lnTo>
                <a:lnTo>
                  <a:pt x="54864" y="1097280"/>
                </a:lnTo>
                <a:lnTo>
                  <a:pt x="1773936" y="1097280"/>
                </a:lnTo>
                <a:lnTo>
                  <a:pt x="1795313" y="1092975"/>
                </a:lnTo>
                <a:lnTo>
                  <a:pt x="1812750" y="1081230"/>
                </a:lnTo>
                <a:lnTo>
                  <a:pt x="1824495" y="1063793"/>
                </a:lnTo>
                <a:lnTo>
                  <a:pt x="1828800" y="1042416"/>
                </a:lnTo>
                <a:lnTo>
                  <a:pt x="1828800" y="54863"/>
                </a:lnTo>
                <a:lnTo>
                  <a:pt x="1824495" y="33486"/>
                </a:lnTo>
                <a:lnTo>
                  <a:pt x="1812750" y="16049"/>
                </a:lnTo>
                <a:lnTo>
                  <a:pt x="1795313" y="4304"/>
                </a:lnTo>
                <a:lnTo>
                  <a:pt x="1773936" y="0"/>
                </a:lnTo>
                <a:close/>
              </a:path>
            </a:pathLst>
          </a:custGeom>
          <a:solidFill>
            <a:srgbClr val="FFF3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6890257" y="2136465"/>
            <a:ext cx="1222375" cy="79629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dirty="0" sz="3400" spc="-25" b="1">
                <a:solidFill>
                  <a:srgbClr val="C67700"/>
                </a:solidFill>
                <a:latin typeface="Calibri"/>
                <a:cs typeface="Calibri"/>
              </a:rPr>
              <a:t>82%</a:t>
            </a:r>
            <a:endParaRPr sz="3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5"/>
              </a:spcBef>
            </a:pP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Overall</a:t>
            </a:r>
            <a:r>
              <a:rPr dirty="0" sz="12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Calibri"/>
                <a:cs typeface="Calibri"/>
              </a:rPr>
              <a:t>Attendance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574535" y="3379215"/>
            <a:ext cx="193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1F2A44"/>
                </a:solidFill>
                <a:latin typeface="Calibri"/>
                <a:cs typeface="Calibri"/>
              </a:rPr>
              <a:t>DS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996173" y="3379215"/>
            <a:ext cx="290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2D7C31"/>
                </a:solidFill>
                <a:latin typeface="Calibri"/>
                <a:cs typeface="Calibri"/>
              </a:rPr>
              <a:t>90%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586728" y="3648455"/>
            <a:ext cx="1828800" cy="1262380"/>
            <a:chOff x="6586728" y="3648455"/>
            <a:chExt cx="1828800" cy="1262380"/>
          </a:xfrm>
        </p:grpSpPr>
        <p:sp>
          <p:nvSpPr>
            <p:cNvPr id="41" name="object 41"/>
            <p:cNvSpPr/>
            <p:nvPr/>
          </p:nvSpPr>
          <p:spPr>
            <a:xfrm>
              <a:off x="6586728" y="3648455"/>
              <a:ext cx="1828800" cy="128270"/>
            </a:xfrm>
            <a:custGeom>
              <a:avLst/>
              <a:gdLst/>
              <a:ahLst/>
              <a:cxnLst/>
              <a:rect l="l" t="t" r="r" b="b"/>
              <a:pathLst>
                <a:path w="1828800" h="128270">
                  <a:moveTo>
                    <a:pt x="1764792" y="0"/>
                  </a:moveTo>
                  <a:lnTo>
                    <a:pt x="64008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8"/>
                  </a:lnTo>
                  <a:lnTo>
                    <a:pt x="5036" y="88903"/>
                  </a:lnTo>
                  <a:lnTo>
                    <a:pt x="18764" y="109251"/>
                  </a:lnTo>
                  <a:lnTo>
                    <a:pt x="39112" y="122979"/>
                  </a:lnTo>
                  <a:lnTo>
                    <a:pt x="64008" y="128016"/>
                  </a:lnTo>
                  <a:lnTo>
                    <a:pt x="1764792" y="128016"/>
                  </a:lnTo>
                  <a:lnTo>
                    <a:pt x="1789687" y="122979"/>
                  </a:lnTo>
                  <a:lnTo>
                    <a:pt x="1810035" y="109251"/>
                  </a:lnTo>
                  <a:lnTo>
                    <a:pt x="1823763" y="88903"/>
                  </a:lnTo>
                  <a:lnTo>
                    <a:pt x="1828800" y="64008"/>
                  </a:lnTo>
                  <a:lnTo>
                    <a:pt x="1823763" y="39112"/>
                  </a:lnTo>
                  <a:lnTo>
                    <a:pt x="1810035" y="18764"/>
                  </a:lnTo>
                  <a:lnTo>
                    <a:pt x="1789687" y="5036"/>
                  </a:lnTo>
                  <a:lnTo>
                    <a:pt x="1764792" y="0"/>
                  </a:lnTo>
                  <a:close/>
                </a:path>
              </a:pathLst>
            </a:custGeom>
            <a:solidFill>
              <a:srgbClr val="E0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586728" y="3648455"/>
              <a:ext cx="1645920" cy="128270"/>
            </a:xfrm>
            <a:custGeom>
              <a:avLst/>
              <a:gdLst/>
              <a:ahLst/>
              <a:cxnLst/>
              <a:rect l="l" t="t" r="r" b="b"/>
              <a:pathLst>
                <a:path w="1645920" h="128270">
                  <a:moveTo>
                    <a:pt x="1581912" y="0"/>
                  </a:moveTo>
                  <a:lnTo>
                    <a:pt x="64008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8"/>
                  </a:lnTo>
                  <a:lnTo>
                    <a:pt x="5036" y="88903"/>
                  </a:lnTo>
                  <a:lnTo>
                    <a:pt x="18764" y="109251"/>
                  </a:lnTo>
                  <a:lnTo>
                    <a:pt x="39112" y="122979"/>
                  </a:lnTo>
                  <a:lnTo>
                    <a:pt x="64008" y="128016"/>
                  </a:lnTo>
                  <a:lnTo>
                    <a:pt x="1581912" y="128016"/>
                  </a:lnTo>
                  <a:lnTo>
                    <a:pt x="1606807" y="122979"/>
                  </a:lnTo>
                  <a:lnTo>
                    <a:pt x="1627155" y="109251"/>
                  </a:lnTo>
                  <a:lnTo>
                    <a:pt x="1640883" y="88903"/>
                  </a:lnTo>
                  <a:lnTo>
                    <a:pt x="1645920" y="64008"/>
                  </a:lnTo>
                  <a:lnTo>
                    <a:pt x="1640883" y="39112"/>
                  </a:lnTo>
                  <a:lnTo>
                    <a:pt x="1627155" y="18764"/>
                  </a:lnTo>
                  <a:lnTo>
                    <a:pt x="1606807" y="5036"/>
                  </a:lnTo>
                  <a:lnTo>
                    <a:pt x="1581912" y="0"/>
                  </a:lnTo>
                  <a:close/>
                </a:path>
              </a:pathLst>
            </a:custGeom>
            <a:solidFill>
              <a:srgbClr val="2D7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586728" y="4215383"/>
              <a:ext cx="1828800" cy="128270"/>
            </a:xfrm>
            <a:custGeom>
              <a:avLst/>
              <a:gdLst/>
              <a:ahLst/>
              <a:cxnLst/>
              <a:rect l="l" t="t" r="r" b="b"/>
              <a:pathLst>
                <a:path w="1828800" h="128270">
                  <a:moveTo>
                    <a:pt x="1764792" y="0"/>
                  </a:moveTo>
                  <a:lnTo>
                    <a:pt x="64008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7"/>
                  </a:lnTo>
                  <a:lnTo>
                    <a:pt x="5036" y="88903"/>
                  </a:lnTo>
                  <a:lnTo>
                    <a:pt x="18764" y="109251"/>
                  </a:lnTo>
                  <a:lnTo>
                    <a:pt x="39112" y="122979"/>
                  </a:lnTo>
                  <a:lnTo>
                    <a:pt x="64008" y="128015"/>
                  </a:lnTo>
                  <a:lnTo>
                    <a:pt x="1764792" y="128015"/>
                  </a:lnTo>
                  <a:lnTo>
                    <a:pt x="1789687" y="122979"/>
                  </a:lnTo>
                  <a:lnTo>
                    <a:pt x="1810035" y="109251"/>
                  </a:lnTo>
                  <a:lnTo>
                    <a:pt x="1823763" y="88903"/>
                  </a:lnTo>
                  <a:lnTo>
                    <a:pt x="1828800" y="64007"/>
                  </a:lnTo>
                  <a:lnTo>
                    <a:pt x="1823763" y="39112"/>
                  </a:lnTo>
                  <a:lnTo>
                    <a:pt x="1810035" y="18764"/>
                  </a:lnTo>
                  <a:lnTo>
                    <a:pt x="1789687" y="5036"/>
                  </a:lnTo>
                  <a:lnTo>
                    <a:pt x="1764792" y="0"/>
                  </a:lnTo>
                  <a:close/>
                </a:path>
              </a:pathLst>
            </a:custGeom>
            <a:solidFill>
              <a:srgbClr val="E0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586728" y="4215383"/>
              <a:ext cx="1426845" cy="128270"/>
            </a:xfrm>
            <a:custGeom>
              <a:avLst/>
              <a:gdLst/>
              <a:ahLst/>
              <a:cxnLst/>
              <a:rect l="l" t="t" r="r" b="b"/>
              <a:pathLst>
                <a:path w="1426845" h="128270">
                  <a:moveTo>
                    <a:pt x="1362456" y="0"/>
                  </a:moveTo>
                  <a:lnTo>
                    <a:pt x="64008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7"/>
                  </a:lnTo>
                  <a:lnTo>
                    <a:pt x="5036" y="88903"/>
                  </a:lnTo>
                  <a:lnTo>
                    <a:pt x="18764" y="109251"/>
                  </a:lnTo>
                  <a:lnTo>
                    <a:pt x="39112" y="122979"/>
                  </a:lnTo>
                  <a:lnTo>
                    <a:pt x="64008" y="128015"/>
                  </a:lnTo>
                  <a:lnTo>
                    <a:pt x="1362456" y="128015"/>
                  </a:lnTo>
                  <a:lnTo>
                    <a:pt x="1387351" y="122979"/>
                  </a:lnTo>
                  <a:lnTo>
                    <a:pt x="1407699" y="109251"/>
                  </a:lnTo>
                  <a:lnTo>
                    <a:pt x="1421427" y="88903"/>
                  </a:lnTo>
                  <a:lnTo>
                    <a:pt x="1426464" y="64007"/>
                  </a:lnTo>
                  <a:lnTo>
                    <a:pt x="1421427" y="39112"/>
                  </a:lnTo>
                  <a:lnTo>
                    <a:pt x="1407699" y="18764"/>
                  </a:lnTo>
                  <a:lnTo>
                    <a:pt x="1387351" y="5036"/>
                  </a:lnTo>
                  <a:lnTo>
                    <a:pt x="1362456" y="0"/>
                  </a:lnTo>
                  <a:close/>
                </a:path>
              </a:pathLst>
            </a:custGeom>
            <a:solidFill>
              <a:srgbClr val="C677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6586728" y="4782311"/>
              <a:ext cx="1828800" cy="128270"/>
            </a:xfrm>
            <a:custGeom>
              <a:avLst/>
              <a:gdLst/>
              <a:ahLst/>
              <a:cxnLst/>
              <a:rect l="l" t="t" r="r" b="b"/>
              <a:pathLst>
                <a:path w="1828800" h="128270">
                  <a:moveTo>
                    <a:pt x="1764792" y="0"/>
                  </a:moveTo>
                  <a:lnTo>
                    <a:pt x="64008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7"/>
                  </a:lnTo>
                  <a:lnTo>
                    <a:pt x="5036" y="88903"/>
                  </a:lnTo>
                  <a:lnTo>
                    <a:pt x="18764" y="109251"/>
                  </a:lnTo>
                  <a:lnTo>
                    <a:pt x="39112" y="122979"/>
                  </a:lnTo>
                  <a:lnTo>
                    <a:pt x="64008" y="128015"/>
                  </a:lnTo>
                  <a:lnTo>
                    <a:pt x="1764792" y="128015"/>
                  </a:lnTo>
                  <a:lnTo>
                    <a:pt x="1789687" y="122979"/>
                  </a:lnTo>
                  <a:lnTo>
                    <a:pt x="1810035" y="109251"/>
                  </a:lnTo>
                  <a:lnTo>
                    <a:pt x="1823763" y="88903"/>
                  </a:lnTo>
                  <a:lnTo>
                    <a:pt x="1828800" y="64007"/>
                  </a:lnTo>
                  <a:lnTo>
                    <a:pt x="1823763" y="39112"/>
                  </a:lnTo>
                  <a:lnTo>
                    <a:pt x="1810035" y="18764"/>
                  </a:lnTo>
                  <a:lnTo>
                    <a:pt x="1789687" y="5036"/>
                  </a:lnTo>
                  <a:lnTo>
                    <a:pt x="1764792" y="0"/>
                  </a:lnTo>
                  <a:close/>
                </a:path>
              </a:pathLst>
            </a:custGeom>
            <a:solidFill>
              <a:srgbClr val="E0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586728" y="4782311"/>
              <a:ext cx="1280160" cy="128270"/>
            </a:xfrm>
            <a:custGeom>
              <a:avLst/>
              <a:gdLst/>
              <a:ahLst/>
              <a:cxnLst/>
              <a:rect l="l" t="t" r="r" b="b"/>
              <a:pathLst>
                <a:path w="1280159" h="128270">
                  <a:moveTo>
                    <a:pt x="1216152" y="0"/>
                  </a:moveTo>
                  <a:lnTo>
                    <a:pt x="64008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7"/>
                  </a:lnTo>
                  <a:lnTo>
                    <a:pt x="5036" y="88903"/>
                  </a:lnTo>
                  <a:lnTo>
                    <a:pt x="18764" y="109251"/>
                  </a:lnTo>
                  <a:lnTo>
                    <a:pt x="39112" y="122979"/>
                  </a:lnTo>
                  <a:lnTo>
                    <a:pt x="64008" y="128015"/>
                  </a:lnTo>
                  <a:lnTo>
                    <a:pt x="1216152" y="128015"/>
                  </a:lnTo>
                  <a:lnTo>
                    <a:pt x="1241047" y="122979"/>
                  </a:lnTo>
                  <a:lnTo>
                    <a:pt x="1261395" y="109251"/>
                  </a:lnTo>
                  <a:lnTo>
                    <a:pt x="1275123" y="88903"/>
                  </a:lnTo>
                  <a:lnTo>
                    <a:pt x="1280160" y="64007"/>
                  </a:lnTo>
                  <a:lnTo>
                    <a:pt x="1275123" y="39112"/>
                  </a:lnTo>
                  <a:lnTo>
                    <a:pt x="1261395" y="18764"/>
                  </a:lnTo>
                  <a:lnTo>
                    <a:pt x="1241047" y="5036"/>
                  </a:lnTo>
                  <a:lnTo>
                    <a:pt x="12161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6574535" y="3946397"/>
            <a:ext cx="4127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1F2A44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996173" y="3946397"/>
            <a:ext cx="290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C67700"/>
                </a:solidFill>
                <a:latin typeface="Calibri"/>
                <a:cs typeface="Calibri"/>
              </a:rPr>
              <a:t>78%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574535" y="4513326"/>
            <a:ext cx="2070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1F2A44"/>
                </a:solidFill>
                <a:latin typeface="Calibri"/>
                <a:cs typeface="Calibri"/>
              </a:rPr>
              <a:t>CN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996173" y="4513326"/>
            <a:ext cx="290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C00000"/>
                </a:solidFill>
                <a:latin typeface="Calibri"/>
                <a:cs typeface="Calibri"/>
              </a:rPr>
              <a:t>70%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9171431" y="1371600"/>
            <a:ext cx="2286000" cy="3977640"/>
            <a:chOff x="9171431" y="1371600"/>
            <a:chExt cx="2286000" cy="3977640"/>
          </a:xfrm>
        </p:grpSpPr>
        <p:sp>
          <p:nvSpPr>
            <p:cNvPr id="53" name="object 53"/>
            <p:cNvSpPr/>
            <p:nvPr/>
          </p:nvSpPr>
          <p:spPr>
            <a:xfrm>
              <a:off x="9171431" y="1371600"/>
              <a:ext cx="2286000" cy="3977640"/>
            </a:xfrm>
            <a:custGeom>
              <a:avLst/>
              <a:gdLst/>
              <a:ahLst/>
              <a:cxnLst/>
              <a:rect l="l" t="t" r="r" b="b"/>
              <a:pathLst>
                <a:path w="2286000" h="3977640">
                  <a:moveTo>
                    <a:pt x="2011680" y="0"/>
                  </a:moveTo>
                  <a:lnTo>
                    <a:pt x="274320" y="0"/>
                  </a:ln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20"/>
                  </a:lnTo>
                  <a:lnTo>
                    <a:pt x="0" y="3703320"/>
                  </a:lnTo>
                  <a:lnTo>
                    <a:pt x="4419" y="3752631"/>
                  </a:lnTo>
                  <a:lnTo>
                    <a:pt x="17161" y="3799042"/>
                  </a:lnTo>
                  <a:lnTo>
                    <a:pt x="37450" y="3841778"/>
                  </a:lnTo>
                  <a:lnTo>
                    <a:pt x="64513" y="3880064"/>
                  </a:lnTo>
                  <a:lnTo>
                    <a:pt x="97575" y="3913126"/>
                  </a:lnTo>
                  <a:lnTo>
                    <a:pt x="135861" y="3940189"/>
                  </a:lnTo>
                  <a:lnTo>
                    <a:pt x="178597" y="3960478"/>
                  </a:lnTo>
                  <a:lnTo>
                    <a:pt x="225008" y="3973220"/>
                  </a:lnTo>
                  <a:lnTo>
                    <a:pt x="274320" y="3977640"/>
                  </a:lnTo>
                  <a:lnTo>
                    <a:pt x="2011680" y="3977640"/>
                  </a:lnTo>
                  <a:lnTo>
                    <a:pt x="2060991" y="3973220"/>
                  </a:lnTo>
                  <a:lnTo>
                    <a:pt x="2107402" y="3960478"/>
                  </a:lnTo>
                  <a:lnTo>
                    <a:pt x="2150138" y="3940189"/>
                  </a:lnTo>
                  <a:lnTo>
                    <a:pt x="2188424" y="3913126"/>
                  </a:lnTo>
                  <a:lnTo>
                    <a:pt x="2221486" y="3880064"/>
                  </a:lnTo>
                  <a:lnTo>
                    <a:pt x="2248549" y="3841778"/>
                  </a:lnTo>
                  <a:lnTo>
                    <a:pt x="2268838" y="3799042"/>
                  </a:lnTo>
                  <a:lnTo>
                    <a:pt x="2281580" y="3752631"/>
                  </a:lnTo>
                  <a:lnTo>
                    <a:pt x="2286000" y="3703320"/>
                  </a:lnTo>
                  <a:lnTo>
                    <a:pt x="2286000" y="274320"/>
                  </a:lnTo>
                  <a:lnTo>
                    <a:pt x="2281580" y="225008"/>
                  </a:lnTo>
                  <a:lnTo>
                    <a:pt x="2268838" y="178597"/>
                  </a:lnTo>
                  <a:lnTo>
                    <a:pt x="2248549" y="135861"/>
                  </a:lnTo>
                  <a:lnTo>
                    <a:pt x="2221486" y="97575"/>
                  </a:lnTo>
                  <a:lnTo>
                    <a:pt x="2188424" y="64513"/>
                  </a:lnTo>
                  <a:lnTo>
                    <a:pt x="2150138" y="37450"/>
                  </a:lnTo>
                  <a:lnTo>
                    <a:pt x="2107402" y="17161"/>
                  </a:lnTo>
                  <a:lnTo>
                    <a:pt x="2060991" y="4419"/>
                  </a:lnTo>
                  <a:lnTo>
                    <a:pt x="2011680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9262871" y="1481328"/>
              <a:ext cx="2103120" cy="3758565"/>
            </a:xfrm>
            <a:custGeom>
              <a:avLst/>
              <a:gdLst/>
              <a:ahLst/>
              <a:cxnLst/>
              <a:rect l="l" t="t" r="r" b="b"/>
              <a:pathLst>
                <a:path w="2103120" h="3758565">
                  <a:moveTo>
                    <a:pt x="1934845" y="0"/>
                  </a:moveTo>
                  <a:lnTo>
                    <a:pt x="168275" y="0"/>
                  </a:lnTo>
                  <a:lnTo>
                    <a:pt x="123531" y="6008"/>
                  </a:lnTo>
                  <a:lnTo>
                    <a:pt x="83330" y="22968"/>
                  </a:lnTo>
                  <a:lnTo>
                    <a:pt x="49276" y="49275"/>
                  </a:lnTo>
                  <a:lnTo>
                    <a:pt x="22968" y="83330"/>
                  </a:lnTo>
                  <a:lnTo>
                    <a:pt x="6008" y="123531"/>
                  </a:lnTo>
                  <a:lnTo>
                    <a:pt x="0" y="168275"/>
                  </a:lnTo>
                  <a:lnTo>
                    <a:pt x="0" y="3589909"/>
                  </a:lnTo>
                  <a:lnTo>
                    <a:pt x="6008" y="3634652"/>
                  </a:lnTo>
                  <a:lnTo>
                    <a:pt x="22968" y="3674853"/>
                  </a:lnTo>
                  <a:lnTo>
                    <a:pt x="49275" y="3708908"/>
                  </a:lnTo>
                  <a:lnTo>
                    <a:pt x="83330" y="3735215"/>
                  </a:lnTo>
                  <a:lnTo>
                    <a:pt x="123531" y="3752175"/>
                  </a:lnTo>
                  <a:lnTo>
                    <a:pt x="168275" y="3758184"/>
                  </a:lnTo>
                  <a:lnTo>
                    <a:pt x="1934845" y="3758184"/>
                  </a:lnTo>
                  <a:lnTo>
                    <a:pt x="1979588" y="3752175"/>
                  </a:lnTo>
                  <a:lnTo>
                    <a:pt x="2019789" y="3735215"/>
                  </a:lnTo>
                  <a:lnTo>
                    <a:pt x="2053844" y="3708908"/>
                  </a:lnTo>
                  <a:lnTo>
                    <a:pt x="2080151" y="3674853"/>
                  </a:lnTo>
                  <a:lnTo>
                    <a:pt x="2097111" y="3634652"/>
                  </a:lnTo>
                  <a:lnTo>
                    <a:pt x="2103120" y="3589909"/>
                  </a:lnTo>
                  <a:lnTo>
                    <a:pt x="2103120" y="168275"/>
                  </a:lnTo>
                  <a:lnTo>
                    <a:pt x="2097111" y="123531"/>
                  </a:lnTo>
                  <a:lnTo>
                    <a:pt x="2080151" y="83330"/>
                  </a:lnTo>
                  <a:lnTo>
                    <a:pt x="2053844" y="49275"/>
                  </a:lnTo>
                  <a:lnTo>
                    <a:pt x="2019789" y="22968"/>
                  </a:lnTo>
                  <a:lnTo>
                    <a:pt x="1979588" y="6008"/>
                  </a:lnTo>
                  <a:lnTo>
                    <a:pt x="19348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9994391" y="1408176"/>
              <a:ext cx="640080" cy="64135"/>
            </a:xfrm>
            <a:custGeom>
              <a:avLst/>
              <a:gdLst/>
              <a:ahLst/>
              <a:cxnLst/>
              <a:rect l="l" t="t" r="r" b="b"/>
              <a:pathLst>
                <a:path w="640079" h="64134">
                  <a:moveTo>
                    <a:pt x="608076" y="0"/>
                  </a:moveTo>
                  <a:lnTo>
                    <a:pt x="32004" y="0"/>
                  </a:lnTo>
                  <a:lnTo>
                    <a:pt x="19556" y="2518"/>
                  </a:lnTo>
                  <a:lnTo>
                    <a:pt x="9382" y="9382"/>
                  </a:lnTo>
                  <a:lnTo>
                    <a:pt x="2518" y="19556"/>
                  </a:lnTo>
                  <a:lnTo>
                    <a:pt x="0" y="32003"/>
                  </a:lnTo>
                  <a:lnTo>
                    <a:pt x="2518" y="44451"/>
                  </a:lnTo>
                  <a:lnTo>
                    <a:pt x="9382" y="54625"/>
                  </a:lnTo>
                  <a:lnTo>
                    <a:pt x="19556" y="61489"/>
                  </a:lnTo>
                  <a:lnTo>
                    <a:pt x="32004" y="64007"/>
                  </a:lnTo>
                  <a:lnTo>
                    <a:pt x="608076" y="64007"/>
                  </a:lnTo>
                  <a:lnTo>
                    <a:pt x="620523" y="61489"/>
                  </a:lnTo>
                  <a:lnTo>
                    <a:pt x="630697" y="54625"/>
                  </a:lnTo>
                  <a:lnTo>
                    <a:pt x="637561" y="44451"/>
                  </a:lnTo>
                  <a:lnTo>
                    <a:pt x="640080" y="32003"/>
                  </a:lnTo>
                  <a:lnTo>
                    <a:pt x="637561" y="19556"/>
                  </a:lnTo>
                  <a:lnTo>
                    <a:pt x="630697" y="9382"/>
                  </a:lnTo>
                  <a:lnTo>
                    <a:pt x="620523" y="2518"/>
                  </a:lnTo>
                  <a:lnTo>
                    <a:pt x="608076" y="0"/>
                  </a:lnTo>
                  <a:close/>
                </a:path>
              </a:pathLst>
            </a:custGeom>
            <a:solidFill>
              <a:srgbClr val="4953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9902951" y="1801368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59" h="822960">
                  <a:moveTo>
                    <a:pt x="411480" y="0"/>
                  </a:moveTo>
                  <a:lnTo>
                    <a:pt x="363502" y="2769"/>
                  </a:lnTo>
                  <a:lnTo>
                    <a:pt x="317147" y="10870"/>
                  </a:lnTo>
                  <a:lnTo>
                    <a:pt x="272725" y="23994"/>
                  </a:lnTo>
                  <a:lnTo>
                    <a:pt x="230543" y="41832"/>
                  </a:lnTo>
                  <a:lnTo>
                    <a:pt x="190913" y="64075"/>
                  </a:lnTo>
                  <a:lnTo>
                    <a:pt x="154141" y="90413"/>
                  </a:lnTo>
                  <a:lnTo>
                    <a:pt x="120538" y="120538"/>
                  </a:lnTo>
                  <a:lnTo>
                    <a:pt x="90413" y="154141"/>
                  </a:lnTo>
                  <a:lnTo>
                    <a:pt x="64075" y="190913"/>
                  </a:lnTo>
                  <a:lnTo>
                    <a:pt x="41832" y="230543"/>
                  </a:lnTo>
                  <a:lnTo>
                    <a:pt x="23994" y="272725"/>
                  </a:lnTo>
                  <a:lnTo>
                    <a:pt x="10870" y="317147"/>
                  </a:lnTo>
                  <a:lnTo>
                    <a:pt x="2769" y="363502"/>
                  </a:lnTo>
                  <a:lnTo>
                    <a:pt x="0" y="411479"/>
                  </a:lnTo>
                  <a:lnTo>
                    <a:pt x="2769" y="459457"/>
                  </a:lnTo>
                  <a:lnTo>
                    <a:pt x="10870" y="505812"/>
                  </a:lnTo>
                  <a:lnTo>
                    <a:pt x="23994" y="550234"/>
                  </a:lnTo>
                  <a:lnTo>
                    <a:pt x="41832" y="592416"/>
                  </a:lnTo>
                  <a:lnTo>
                    <a:pt x="64075" y="632046"/>
                  </a:lnTo>
                  <a:lnTo>
                    <a:pt x="90413" y="668818"/>
                  </a:lnTo>
                  <a:lnTo>
                    <a:pt x="120538" y="702421"/>
                  </a:lnTo>
                  <a:lnTo>
                    <a:pt x="154141" y="732546"/>
                  </a:lnTo>
                  <a:lnTo>
                    <a:pt x="190913" y="758884"/>
                  </a:lnTo>
                  <a:lnTo>
                    <a:pt x="230543" y="781127"/>
                  </a:lnTo>
                  <a:lnTo>
                    <a:pt x="272725" y="798965"/>
                  </a:lnTo>
                  <a:lnTo>
                    <a:pt x="317147" y="812089"/>
                  </a:lnTo>
                  <a:lnTo>
                    <a:pt x="363502" y="820190"/>
                  </a:lnTo>
                  <a:lnTo>
                    <a:pt x="411480" y="822959"/>
                  </a:lnTo>
                  <a:lnTo>
                    <a:pt x="459457" y="820190"/>
                  </a:lnTo>
                  <a:lnTo>
                    <a:pt x="505812" y="812089"/>
                  </a:lnTo>
                  <a:lnTo>
                    <a:pt x="550234" y="798965"/>
                  </a:lnTo>
                  <a:lnTo>
                    <a:pt x="592416" y="781127"/>
                  </a:lnTo>
                  <a:lnTo>
                    <a:pt x="632046" y="758884"/>
                  </a:lnTo>
                  <a:lnTo>
                    <a:pt x="668818" y="732546"/>
                  </a:lnTo>
                  <a:lnTo>
                    <a:pt x="702421" y="702421"/>
                  </a:lnTo>
                  <a:lnTo>
                    <a:pt x="732546" y="668818"/>
                  </a:lnTo>
                  <a:lnTo>
                    <a:pt x="758884" y="632046"/>
                  </a:lnTo>
                  <a:lnTo>
                    <a:pt x="781127" y="592416"/>
                  </a:lnTo>
                  <a:lnTo>
                    <a:pt x="798965" y="550234"/>
                  </a:lnTo>
                  <a:lnTo>
                    <a:pt x="812089" y="505812"/>
                  </a:lnTo>
                  <a:lnTo>
                    <a:pt x="820190" y="459457"/>
                  </a:lnTo>
                  <a:lnTo>
                    <a:pt x="822960" y="411479"/>
                  </a:lnTo>
                  <a:lnTo>
                    <a:pt x="820190" y="363502"/>
                  </a:lnTo>
                  <a:lnTo>
                    <a:pt x="812089" y="317147"/>
                  </a:lnTo>
                  <a:lnTo>
                    <a:pt x="798965" y="272725"/>
                  </a:lnTo>
                  <a:lnTo>
                    <a:pt x="781127" y="230543"/>
                  </a:lnTo>
                  <a:lnTo>
                    <a:pt x="758884" y="190913"/>
                  </a:lnTo>
                  <a:lnTo>
                    <a:pt x="732546" y="154141"/>
                  </a:lnTo>
                  <a:lnTo>
                    <a:pt x="702421" y="120538"/>
                  </a:lnTo>
                  <a:lnTo>
                    <a:pt x="668818" y="90413"/>
                  </a:lnTo>
                  <a:lnTo>
                    <a:pt x="632046" y="64075"/>
                  </a:lnTo>
                  <a:lnTo>
                    <a:pt x="592416" y="41832"/>
                  </a:lnTo>
                  <a:lnTo>
                    <a:pt x="550234" y="23994"/>
                  </a:lnTo>
                  <a:lnTo>
                    <a:pt x="505812" y="10870"/>
                  </a:lnTo>
                  <a:lnTo>
                    <a:pt x="459457" y="2769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bell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08691" y="2007108"/>
              <a:ext cx="411479" cy="411479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9500616" y="2836672"/>
            <a:ext cx="162750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solidFill>
                  <a:srgbClr val="C00000"/>
                </a:solidFill>
                <a:latin typeface="Calibri"/>
                <a:cs typeface="Calibri"/>
              </a:rPr>
              <a:t>Low</a:t>
            </a:r>
            <a:r>
              <a:rPr dirty="0" sz="14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C00000"/>
                </a:solidFill>
                <a:latin typeface="Calibri"/>
                <a:cs typeface="Calibri"/>
              </a:rPr>
              <a:t>Attendance</a:t>
            </a:r>
            <a:r>
              <a:rPr dirty="0" sz="14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C00000"/>
                </a:solidFill>
                <a:latin typeface="Calibri"/>
                <a:cs typeface="Calibri"/>
              </a:rPr>
              <a:t>Alert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9400031" y="3264408"/>
            <a:ext cx="1828800" cy="1188720"/>
          </a:xfrm>
          <a:custGeom>
            <a:avLst/>
            <a:gdLst/>
            <a:ahLst/>
            <a:cxnLst/>
            <a:rect l="l" t="t" r="r" b="b"/>
            <a:pathLst>
              <a:path w="1828800" h="1188720">
                <a:moveTo>
                  <a:pt x="1769364" y="0"/>
                </a:moveTo>
                <a:lnTo>
                  <a:pt x="59436" y="0"/>
                </a:lnTo>
                <a:lnTo>
                  <a:pt x="36325" y="4679"/>
                </a:lnTo>
                <a:lnTo>
                  <a:pt x="17430" y="17430"/>
                </a:lnTo>
                <a:lnTo>
                  <a:pt x="4679" y="36325"/>
                </a:lnTo>
                <a:lnTo>
                  <a:pt x="0" y="59436"/>
                </a:lnTo>
                <a:lnTo>
                  <a:pt x="0" y="1129284"/>
                </a:lnTo>
                <a:lnTo>
                  <a:pt x="4679" y="1152394"/>
                </a:lnTo>
                <a:lnTo>
                  <a:pt x="17430" y="1171289"/>
                </a:lnTo>
                <a:lnTo>
                  <a:pt x="36325" y="1184040"/>
                </a:lnTo>
                <a:lnTo>
                  <a:pt x="59436" y="1188720"/>
                </a:lnTo>
                <a:lnTo>
                  <a:pt x="1769364" y="1188720"/>
                </a:lnTo>
                <a:lnTo>
                  <a:pt x="1792474" y="1184040"/>
                </a:lnTo>
                <a:lnTo>
                  <a:pt x="1811369" y="1171289"/>
                </a:lnTo>
                <a:lnTo>
                  <a:pt x="1824120" y="1152394"/>
                </a:lnTo>
                <a:lnTo>
                  <a:pt x="1828800" y="1129284"/>
                </a:lnTo>
                <a:lnTo>
                  <a:pt x="1828800" y="59436"/>
                </a:lnTo>
                <a:lnTo>
                  <a:pt x="1824120" y="36325"/>
                </a:lnTo>
                <a:lnTo>
                  <a:pt x="1811369" y="17430"/>
                </a:lnTo>
                <a:lnTo>
                  <a:pt x="1792474" y="4679"/>
                </a:lnTo>
                <a:lnTo>
                  <a:pt x="1769364" y="0"/>
                </a:lnTo>
                <a:close/>
              </a:path>
            </a:pathLst>
          </a:custGeom>
          <a:solidFill>
            <a:srgbClr val="FFF3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9515093" y="3470655"/>
            <a:ext cx="154368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52525"/>
                </a:solidFill>
                <a:latin typeface="Calibri"/>
                <a:cs typeface="Calibri"/>
              </a:rPr>
              <a:t>Your</a:t>
            </a:r>
            <a:r>
              <a:rPr dirty="0" sz="12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52525"/>
                </a:solidFill>
                <a:latin typeface="Calibri"/>
                <a:cs typeface="Calibri"/>
              </a:rPr>
              <a:t>attendance</a:t>
            </a:r>
            <a:r>
              <a:rPr dirty="0" sz="120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dirty="0" sz="120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52525"/>
                </a:solidFill>
                <a:latin typeface="Calibri"/>
                <a:cs typeface="Calibri"/>
              </a:rPr>
              <a:t>CN</a:t>
            </a:r>
            <a:r>
              <a:rPr dirty="0" sz="120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252525"/>
                </a:solidFill>
                <a:latin typeface="Calibri"/>
                <a:cs typeface="Calibri"/>
              </a:rPr>
              <a:t>is </a:t>
            </a:r>
            <a:r>
              <a:rPr dirty="0" sz="1200">
                <a:solidFill>
                  <a:srgbClr val="252525"/>
                </a:solidFill>
                <a:latin typeface="Calibri"/>
                <a:cs typeface="Calibri"/>
              </a:rPr>
              <a:t>70%,</a:t>
            </a:r>
            <a:r>
              <a:rPr dirty="0" sz="1200" spc="-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52525"/>
                </a:solidFill>
                <a:latin typeface="Calibri"/>
                <a:cs typeface="Calibri"/>
              </a:rPr>
              <a:t>below</a:t>
            </a:r>
            <a:r>
              <a:rPr dirty="0" sz="12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dirty="0" sz="120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252525"/>
                </a:solidFill>
                <a:latin typeface="Calibri"/>
                <a:cs typeface="Calibri"/>
              </a:rPr>
              <a:t>75% </a:t>
            </a:r>
            <a:r>
              <a:rPr dirty="0" sz="1200">
                <a:solidFill>
                  <a:srgbClr val="252525"/>
                </a:solidFill>
                <a:latin typeface="Calibri"/>
                <a:cs typeface="Calibri"/>
              </a:rPr>
              <a:t>requirement.</a:t>
            </a:r>
            <a:r>
              <a:rPr dirty="0" sz="1200" spc="-6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52525"/>
                </a:solidFill>
                <a:latin typeface="Calibri"/>
                <a:cs typeface="Calibri"/>
              </a:rPr>
              <a:t>Attend </a:t>
            </a:r>
            <a:r>
              <a:rPr dirty="0" sz="1200">
                <a:solidFill>
                  <a:srgbClr val="252525"/>
                </a:solidFill>
                <a:latin typeface="Calibri"/>
                <a:cs typeface="Calibri"/>
              </a:rPr>
              <a:t>upcoming </a:t>
            </a:r>
            <a:r>
              <a:rPr dirty="0" sz="1200" spc="-10">
                <a:solidFill>
                  <a:srgbClr val="252525"/>
                </a:solidFill>
                <a:latin typeface="Calibri"/>
                <a:cs typeface="Calibri"/>
              </a:rPr>
              <a:t>classes.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9445752" y="4636008"/>
            <a:ext cx="1737360" cy="457200"/>
          </a:xfrm>
          <a:custGeom>
            <a:avLst/>
            <a:gdLst/>
            <a:ahLst/>
            <a:cxnLst/>
            <a:rect l="l" t="t" r="r" b="b"/>
            <a:pathLst>
              <a:path w="1737359" h="457200">
                <a:moveTo>
                  <a:pt x="1714500" y="0"/>
                </a:moveTo>
                <a:lnTo>
                  <a:pt x="22860" y="0"/>
                </a:lnTo>
                <a:lnTo>
                  <a:pt x="13983" y="1803"/>
                </a:lnTo>
                <a:lnTo>
                  <a:pt x="6715" y="6715"/>
                </a:lnTo>
                <a:lnTo>
                  <a:pt x="1803" y="13983"/>
                </a:lnTo>
                <a:lnTo>
                  <a:pt x="0" y="22860"/>
                </a:lnTo>
                <a:lnTo>
                  <a:pt x="0" y="434340"/>
                </a:lnTo>
                <a:lnTo>
                  <a:pt x="1803" y="443216"/>
                </a:lnTo>
                <a:lnTo>
                  <a:pt x="6715" y="450484"/>
                </a:lnTo>
                <a:lnTo>
                  <a:pt x="13983" y="455396"/>
                </a:lnTo>
                <a:lnTo>
                  <a:pt x="22860" y="457200"/>
                </a:lnTo>
                <a:lnTo>
                  <a:pt x="1714500" y="457200"/>
                </a:lnTo>
                <a:lnTo>
                  <a:pt x="1723376" y="455396"/>
                </a:lnTo>
                <a:lnTo>
                  <a:pt x="1730644" y="450484"/>
                </a:lnTo>
                <a:lnTo>
                  <a:pt x="1735556" y="443216"/>
                </a:lnTo>
                <a:lnTo>
                  <a:pt x="1737360" y="434340"/>
                </a:lnTo>
                <a:lnTo>
                  <a:pt x="1737360" y="22860"/>
                </a:lnTo>
                <a:lnTo>
                  <a:pt x="1735556" y="13983"/>
                </a:lnTo>
                <a:lnTo>
                  <a:pt x="1730644" y="6715"/>
                </a:lnTo>
                <a:lnTo>
                  <a:pt x="1723376" y="1803"/>
                </a:lnTo>
                <a:lnTo>
                  <a:pt x="17145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9842754" y="4734305"/>
            <a:ext cx="944244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Details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18819" y="5474970"/>
            <a:ext cx="4619625" cy="563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02615">
              <a:lnSpc>
                <a:spcPct val="100000"/>
              </a:lnSpc>
              <a:spcBef>
                <a:spcPts val="95"/>
              </a:spcBef>
              <a:tabLst>
                <a:tab pos="3333115" algn="l"/>
              </a:tabLst>
            </a:pPr>
            <a:r>
              <a:rPr dirty="0" sz="1400" b="1">
                <a:solidFill>
                  <a:srgbClr val="C00000"/>
                </a:solidFill>
                <a:latin typeface="Calibri"/>
                <a:cs typeface="Calibri"/>
              </a:rPr>
              <a:t>1.</a:t>
            </a:r>
            <a:r>
              <a:rPr dirty="0" sz="14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C00000"/>
                </a:solidFill>
                <a:latin typeface="Calibri"/>
                <a:cs typeface="Calibri"/>
              </a:rPr>
              <a:t>Secure</a:t>
            </a:r>
            <a:r>
              <a:rPr dirty="0" sz="1400" spc="-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C00000"/>
                </a:solidFill>
                <a:latin typeface="Calibri"/>
                <a:cs typeface="Calibri"/>
              </a:rPr>
              <a:t>Login</a:t>
            </a:r>
            <a:r>
              <a:rPr dirty="0" sz="1400" b="1">
                <a:solidFill>
                  <a:srgbClr val="C00000"/>
                </a:solidFill>
                <a:latin typeface="Calibri"/>
                <a:cs typeface="Calibri"/>
              </a:rPr>
              <a:t>	</a:t>
            </a:r>
            <a:r>
              <a:rPr dirty="0" sz="1400" b="1">
                <a:solidFill>
                  <a:srgbClr val="1F4E9E"/>
                </a:solidFill>
                <a:latin typeface="Calibri"/>
                <a:cs typeface="Calibri"/>
              </a:rPr>
              <a:t>2.</a:t>
            </a:r>
            <a:r>
              <a:rPr dirty="0" sz="1400" spc="-25" b="1">
                <a:solidFill>
                  <a:srgbClr val="1F4E9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F4E9E"/>
                </a:solidFill>
                <a:latin typeface="Calibri"/>
                <a:cs typeface="Calibri"/>
              </a:rPr>
              <a:t>QR</a:t>
            </a:r>
            <a:r>
              <a:rPr dirty="0" sz="1400" spc="-20" b="1">
                <a:solidFill>
                  <a:srgbClr val="1F4E9E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F4E9E"/>
                </a:solidFill>
                <a:latin typeface="Calibri"/>
                <a:cs typeface="Calibri"/>
              </a:rPr>
              <a:t>Generation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200" i="1">
                <a:solidFill>
                  <a:srgbClr val="585858"/>
                </a:solidFill>
                <a:latin typeface="Calibri"/>
                <a:cs typeface="Calibri"/>
              </a:rPr>
              <a:t>Concept</a:t>
            </a:r>
            <a:r>
              <a:rPr dirty="0" sz="1200" spc="-20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585858"/>
                </a:solidFill>
                <a:latin typeface="Calibri"/>
                <a:cs typeface="Calibri"/>
              </a:rPr>
              <a:t>screens</a:t>
            </a:r>
            <a:r>
              <a:rPr dirty="0" sz="1200" spc="-20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585858"/>
                </a:solidFill>
                <a:latin typeface="Calibri"/>
                <a:cs typeface="Calibri"/>
              </a:rPr>
              <a:t>to</a:t>
            </a:r>
            <a:r>
              <a:rPr dirty="0" sz="1200" spc="-2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585858"/>
                </a:solidFill>
                <a:latin typeface="Calibri"/>
                <a:cs typeface="Calibri"/>
              </a:rPr>
              <a:t>explain</a:t>
            </a:r>
            <a:r>
              <a:rPr dirty="0" sz="1200" spc="-2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585858"/>
                </a:solidFill>
                <a:latin typeface="Calibri"/>
                <a:cs typeface="Calibri"/>
              </a:rPr>
              <a:t>the</a:t>
            </a:r>
            <a:r>
              <a:rPr dirty="0" sz="1200" spc="-1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585858"/>
                </a:solidFill>
                <a:latin typeface="Calibri"/>
                <a:cs typeface="Calibri"/>
              </a:rPr>
              <a:t>idea;</a:t>
            </a:r>
            <a:r>
              <a:rPr dirty="0" sz="1200" spc="-1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585858"/>
                </a:solidFill>
                <a:latin typeface="Calibri"/>
                <a:cs typeface="Calibri"/>
              </a:rPr>
              <a:t>the</a:t>
            </a:r>
            <a:r>
              <a:rPr dirty="0" sz="1200" spc="-1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585858"/>
                </a:solidFill>
                <a:latin typeface="Calibri"/>
                <a:cs typeface="Calibri"/>
              </a:rPr>
              <a:t>final</a:t>
            </a:r>
            <a:r>
              <a:rPr dirty="0" sz="1200" spc="-2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585858"/>
                </a:solidFill>
                <a:latin typeface="Calibri"/>
                <a:cs typeface="Calibri"/>
              </a:rPr>
              <a:t>app</a:t>
            </a:r>
            <a:r>
              <a:rPr dirty="0" sz="1200" spc="-20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585858"/>
                </a:solidFill>
                <a:latin typeface="Calibri"/>
                <a:cs typeface="Calibri"/>
              </a:rPr>
              <a:t>design</a:t>
            </a:r>
            <a:r>
              <a:rPr dirty="0" sz="1200" spc="-1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585858"/>
                </a:solidFill>
                <a:latin typeface="Calibri"/>
                <a:cs typeface="Calibri"/>
              </a:rPr>
              <a:t>may</a:t>
            </a:r>
            <a:r>
              <a:rPr dirty="0" sz="1200" spc="-20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10" i="1">
                <a:solidFill>
                  <a:srgbClr val="585858"/>
                </a:solidFill>
                <a:latin typeface="Calibri"/>
                <a:cs typeface="Calibri"/>
              </a:rPr>
              <a:t>differ.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550152" y="5474970"/>
            <a:ext cx="190246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solidFill>
                  <a:srgbClr val="0F8F79"/>
                </a:solidFill>
                <a:latin typeface="Calibri"/>
                <a:cs typeface="Calibri"/>
              </a:rPr>
              <a:t>3.</a:t>
            </a:r>
            <a:r>
              <a:rPr dirty="0" sz="1400" spc="-40" b="1">
                <a:solidFill>
                  <a:srgbClr val="0F8F7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F8F79"/>
                </a:solidFill>
                <a:latin typeface="Calibri"/>
                <a:cs typeface="Calibri"/>
              </a:rPr>
              <a:t>Attendance</a:t>
            </a:r>
            <a:r>
              <a:rPr dirty="0" sz="1400" spc="-40" b="1">
                <a:solidFill>
                  <a:srgbClr val="0F8F7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F8F79"/>
                </a:solidFill>
                <a:latin typeface="Calibri"/>
                <a:cs typeface="Calibri"/>
              </a:rPr>
              <a:t>Dashboard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9411716" y="5474970"/>
            <a:ext cx="180530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solidFill>
                  <a:srgbClr val="C67700"/>
                </a:solidFill>
                <a:latin typeface="Calibri"/>
                <a:cs typeface="Calibri"/>
              </a:rPr>
              <a:t>4.</a:t>
            </a:r>
            <a:r>
              <a:rPr dirty="0" sz="1400" spc="-30" b="1">
                <a:solidFill>
                  <a:srgbClr val="C6770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C67700"/>
                </a:solidFill>
                <a:latin typeface="Calibri"/>
                <a:cs typeface="Calibri"/>
              </a:rPr>
              <a:t>Low</a:t>
            </a:r>
            <a:r>
              <a:rPr dirty="0" sz="1400" spc="-40" b="1">
                <a:solidFill>
                  <a:srgbClr val="C6770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C67700"/>
                </a:solidFill>
                <a:latin typeface="Calibri"/>
                <a:cs typeface="Calibri"/>
              </a:rPr>
              <a:t>Attendance</a:t>
            </a:r>
            <a:r>
              <a:rPr dirty="0" sz="1400" spc="-35" b="1">
                <a:solidFill>
                  <a:srgbClr val="C6770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C67700"/>
                </a:solidFill>
                <a:latin typeface="Calibri"/>
                <a:cs typeface="Calibri"/>
              </a:rPr>
              <a:t>Alert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095" y="6214871"/>
            <a:ext cx="12205335" cy="650240"/>
            <a:chOff x="-6095" y="6214871"/>
            <a:chExt cx="12205335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285"/>
                  </a:lnTo>
                  <a:lnTo>
                    <a:pt x="12192000" y="63728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81" y="6221348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285"/>
                  </a:moveTo>
                  <a:lnTo>
                    <a:pt x="12192000" y="63728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285"/>
                  </a:lnTo>
                  <a:close/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55"/>
              <a:t>DTIE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1126489" y="6381986"/>
            <a:ext cx="145415" cy="290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|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7" name="object 6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114"/>
              <a:t>Department</a:t>
            </a:r>
            <a:r>
              <a:rPr dirty="0" spc="-190"/>
              <a:t> </a:t>
            </a:r>
            <a:r>
              <a:rPr dirty="0" spc="-55"/>
              <a:t>of</a:t>
            </a:r>
            <a:r>
              <a:rPr dirty="0" spc="-185"/>
              <a:t> </a:t>
            </a:r>
            <a:r>
              <a:rPr dirty="0" spc="-95"/>
              <a:t>Multi</a:t>
            </a:r>
            <a:r>
              <a:rPr dirty="0" spc="-190"/>
              <a:t> </a:t>
            </a:r>
            <a:r>
              <a:rPr dirty="0" spc="-114"/>
              <a:t>Disciplinary</a:t>
            </a:r>
            <a:r>
              <a:rPr dirty="0" spc="-195"/>
              <a:t> </a:t>
            </a:r>
            <a:r>
              <a:rPr dirty="0" spc="-110"/>
              <a:t>Innovation</a:t>
            </a:r>
            <a:r>
              <a:rPr dirty="0" spc="-190"/>
              <a:t> </a:t>
            </a:r>
            <a:r>
              <a:rPr dirty="0" spc="-20"/>
              <a:t>&amp;</a:t>
            </a:r>
            <a:r>
              <a:rPr dirty="0" spc="-160"/>
              <a:t> </a:t>
            </a:r>
            <a:r>
              <a:rPr dirty="0" spc="-85"/>
              <a:t>Entrepreneurship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1773" y="330707"/>
            <a:ext cx="4305935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5"/>
              <a:t>Lean</a:t>
            </a:r>
            <a:r>
              <a:rPr dirty="0" spc="-185"/>
              <a:t> </a:t>
            </a:r>
            <a:r>
              <a:rPr dirty="0" spc="-65"/>
              <a:t>Canvas</a:t>
            </a:r>
            <a:r>
              <a:rPr dirty="0" spc="-165"/>
              <a:t> </a:t>
            </a:r>
            <a:r>
              <a:rPr dirty="0" spc="-10"/>
              <a:t>Model</a:t>
            </a:r>
          </a:p>
        </p:txBody>
      </p:sp>
      <p:sp>
        <p:nvSpPr>
          <p:cNvPr id="6" name="object 6"/>
          <p:cNvSpPr/>
          <p:nvPr/>
        </p:nvSpPr>
        <p:spPr>
          <a:xfrm>
            <a:off x="731519" y="1371600"/>
            <a:ext cx="2072005" cy="3200400"/>
          </a:xfrm>
          <a:custGeom>
            <a:avLst/>
            <a:gdLst/>
            <a:ahLst/>
            <a:cxnLst/>
            <a:rect l="l" t="t" r="r" b="b"/>
            <a:pathLst>
              <a:path w="2072005" h="3200400">
                <a:moveTo>
                  <a:pt x="1968245" y="0"/>
                </a:moveTo>
                <a:lnTo>
                  <a:pt x="103593" y="0"/>
                </a:lnTo>
                <a:lnTo>
                  <a:pt x="63270" y="8137"/>
                </a:lnTo>
                <a:lnTo>
                  <a:pt x="30341" y="30337"/>
                </a:lnTo>
                <a:lnTo>
                  <a:pt x="8140" y="63275"/>
                </a:lnTo>
                <a:lnTo>
                  <a:pt x="0" y="103632"/>
                </a:lnTo>
                <a:lnTo>
                  <a:pt x="0" y="3096768"/>
                </a:lnTo>
                <a:lnTo>
                  <a:pt x="8140" y="3137124"/>
                </a:lnTo>
                <a:lnTo>
                  <a:pt x="30341" y="3170062"/>
                </a:lnTo>
                <a:lnTo>
                  <a:pt x="63270" y="3192262"/>
                </a:lnTo>
                <a:lnTo>
                  <a:pt x="103593" y="3200400"/>
                </a:lnTo>
                <a:lnTo>
                  <a:pt x="1968245" y="3200400"/>
                </a:lnTo>
                <a:lnTo>
                  <a:pt x="2008602" y="3192262"/>
                </a:lnTo>
                <a:lnTo>
                  <a:pt x="2041540" y="3170062"/>
                </a:lnTo>
                <a:lnTo>
                  <a:pt x="2063740" y="3137124"/>
                </a:lnTo>
                <a:lnTo>
                  <a:pt x="2071877" y="3096768"/>
                </a:lnTo>
                <a:lnTo>
                  <a:pt x="2071877" y="103632"/>
                </a:lnTo>
                <a:lnTo>
                  <a:pt x="2063740" y="63275"/>
                </a:lnTo>
                <a:lnTo>
                  <a:pt x="2041540" y="30337"/>
                </a:lnTo>
                <a:lnTo>
                  <a:pt x="2008602" y="8137"/>
                </a:lnTo>
                <a:lnTo>
                  <a:pt x="1968245" y="0"/>
                </a:lnTo>
                <a:close/>
              </a:path>
            </a:pathLst>
          </a:custGeom>
          <a:solidFill>
            <a:srgbClr val="FC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59027" y="1419785"/>
            <a:ext cx="1807845" cy="110680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1750" spc="-10" b="1">
                <a:solidFill>
                  <a:srgbClr val="C00000"/>
                </a:solidFill>
                <a:latin typeface="Calibri"/>
                <a:cs typeface="Calibri"/>
              </a:rPr>
              <a:t>PROBLEM</a:t>
            </a:r>
            <a:endParaRPr sz="17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310"/>
              </a:spcBef>
            </a:pPr>
            <a:r>
              <a:rPr dirty="0" sz="1600">
                <a:solidFill>
                  <a:srgbClr val="252525"/>
                </a:solidFill>
                <a:latin typeface="Calibri"/>
                <a:cs typeface="Calibri"/>
              </a:rPr>
              <a:t>Manual</a:t>
            </a:r>
            <a:r>
              <a:rPr dirty="0" sz="160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525"/>
                </a:solidFill>
                <a:latin typeface="Calibri"/>
                <a:cs typeface="Calibri"/>
              </a:rPr>
              <a:t>attendance</a:t>
            </a:r>
            <a:r>
              <a:rPr dirty="0" sz="160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252525"/>
                </a:solidFill>
                <a:latin typeface="Calibri"/>
                <a:cs typeface="Calibri"/>
              </a:rPr>
              <a:t>is </a:t>
            </a:r>
            <a:r>
              <a:rPr dirty="0" sz="1600">
                <a:solidFill>
                  <a:srgbClr val="252525"/>
                </a:solidFill>
                <a:latin typeface="Calibri"/>
                <a:cs typeface="Calibri"/>
              </a:rPr>
              <a:t>slow</a:t>
            </a:r>
            <a:r>
              <a:rPr dirty="0" sz="1600" spc="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1600" spc="-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252525"/>
                </a:solidFill>
                <a:latin typeface="Calibri"/>
                <a:cs typeface="Calibri"/>
              </a:rPr>
              <a:t>error-prone.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94838" y="1371600"/>
            <a:ext cx="2072005" cy="1554480"/>
          </a:xfrm>
          <a:custGeom>
            <a:avLst/>
            <a:gdLst/>
            <a:ahLst/>
            <a:cxnLst/>
            <a:rect l="l" t="t" r="r" b="b"/>
            <a:pathLst>
              <a:path w="2072004" h="1554480">
                <a:moveTo>
                  <a:pt x="1994154" y="0"/>
                </a:moveTo>
                <a:lnTo>
                  <a:pt x="77724" y="0"/>
                </a:lnTo>
                <a:lnTo>
                  <a:pt x="47470" y="6107"/>
                </a:lnTo>
                <a:lnTo>
                  <a:pt x="22764" y="22764"/>
                </a:lnTo>
                <a:lnTo>
                  <a:pt x="6107" y="47470"/>
                </a:lnTo>
                <a:lnTo>
                  <a:pt x="0" y="77724"/>
                </a:lnTo>
                <a:lnTo>
                  <a:pt x="0" y="1476756"/>
                </a:lnTo>
                <a:lnTo>
                  <a:pt x="6107" y="1507009"/>
                </a:lnTo>
                <a:lnTo>
                  <a:pt x="22764" y="1531715"/>
                </a:lnTo>
                <a:lnTo>
                  <a:pt x="47470" y="1548372"/>
                </a:lnTo>
                <a:lnTo>
                  <a:pt x="77724" y="1554480"/>
                </a:lnTo>
                <a:lnTo>
                  <a:pt x="1994154" y="1554480"/>
                </a:lnTo>
                <a:lnTo>
                  <a:pt x="2024407" y="1548372"/>
                </a:lnTo>
                <a:lnTo>
                  <a:pt x="2049113" y="1531715"/>
                </a:lnTo>
                <a:lnTo>
                  <a:pt x="2065770" y="1507009"/>
                </a:lnTo>
                <a:lnTo>
                  <a:pt x="2071877" y="1476756"/>
                </a:lnTo>
                <a:lnTo>
                  <a:pt x="2071877" y="77724"/>
                </a:lnTo>
                <a:lnTo>
                  <a:pt x="2065770" y="47470"/>
                </a:lnTo>
                <a:lnTo>
                  <a:pt x="2049113" y="22764"/>
                </a:lnTo>
                <a:lnTo>
                  <a:pt x="2024407" y="6107"/>
                </a:lnTo>
                <a:lnTo>
                  <a:pt x="1994154" y="0"/>
                </a:lnTo>
                <a:close/>
              </a:path>
            </a:pathLst>
          </a:custGeom>
          <a:solidFill>
            <a:srgbClr val="E8ED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014979" y="1412165"/>
            <a:ext cx="1548130" cy="110680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1750" spc="-10" b="1">
                <a:solidFill>
                  <a:srgbClr val="1F4E9E"/>
                </a:solidFill>
                <a:latin typeface="Calibri"/>
                <a:cs typeface="Calibri"/>
              </a:rPr>
              <a:t>SOLUTION</a:t>
            </a:r>
            <a:endParaRPr sz="17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310"/>
              </a:spcBef>
            </a:pPr>
            <a:r>
              <a:rPr dirty="0" sz="1600">
                <a:solidFill>
                  <a:srgbClr val="252525"/>
                </a:solidFill>
                <a:latin typeface="Calibri"/>
                <a:cs typeface="Calibri"/>
              </a:rPr>
              <a:t>Dynamic</a:t>
            </a:r>
            <a:r>
              <a:rPr dirty="0" sz="1600" spc="-25">
                <a:solidFill>
                  <a:srgbClr val="252525"/>
                </a:solidFill>
                <a:latin typeface="Calibri"/>
                <a:cs typeface="Calibri"/>
              </a:rPr>
              <a:t> QR </a:t>
            </a:r>
            <a:r>
              <a:rPr dirty="0" sz="1600">
                <a:solidFill>
                  <a:srgbClr val="252525"/>
                </a:solidFill>
                <a:latin typeface="Calibri"/>
                <a:cs typeface="Calibri"/>
              </a:rPr>
              <a:t>attendance</a:t>
            </a:r>
            <a:r>
              <a:rPr dirty="0" sz="160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252525"/>
                </a:solidFill>
                <a:latin typeface="Calibri"/>
                <a:cs typeface="Calibri"/>
              </a:rPr>
              <a:t>with </a:t>
            </a:r>
            <a:r>
              <a:rPr dirty="0" sz="1600">
                <a:solidFill>
                  <a:srgbClr val="252525"/>
                </a:solidFill>
                <a:latin typeface="Calibri"/>
                <a:cs typeface="Calibri"/>
              </a:rPr>
              <a:t>reports</a:t>
            </a:r>
            <a:r>
              <a:rPr dirty="0" sz="160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1600" spc="-5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252525"/>
                </a:solidFill>
                <a:latin typeface="Calibri"/>
                <a:cs typeface="Calibri"/>
              </a:rPr>
              <a:t>alerts.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894838" y="3017520"/>
            <a:ext cx="2072005" cy="1554480"/>
          </a:xfrm>
          <a:custGeom>
            <a:avLst/>
            <a:gdLst/>
            <a:ahLst/>
            <a:cxnLst/>
            <a:rect l="l" t="t" r="r" b="b"/>
            <a:pathLst>
              <a:path w="2072004" h="1554479">
                <a:moveTo>
                  <a:pt x="1994154" y="0"/>
                </a:moveTo>
                <a:lnTo>
                  <a:pt x="77724" y="0"/>
                </a:lnTo>
                <a:lnTo>
                  <a:pt x="47470" y="6107"/>
                </a:lnTo>
                <a:lnTo>
                  <a:pt x="22764" y="22764"/>
                </a:lnTo>
                <a:lnTo>
                  <a:pt x="6107" y="47470"/>
                </a:lnTo>
                <a:lnTo>
                  <a:pt x="0" y="77724"/>
                </a:lnTo>
                <a:lnTo>
                  <a:pt x="0" y="1476756"/>
                </a:lnTo>
                <a:lnTo>
                  <a:pt x="6107" y="1507009"/>
                </a:lnTo>
                <a:lnTo>
                  <a:pt x="22764" y="1531715"/>
                </a:lnTo>
                <a:lnTo>
                  <a:pt x="47470" y="1548372"/>
                </a:lnTo>
                <a:lnTo>
                  <a:pt x="77724" y="1554480"/>
                </a:lnTo>
                <a:lnTo>
                  <a:pt x="1994154" y="1554480"/>
                </a:lnTo>
                <a:lnTo>
                  <a:pt x="2024407" y="1548372"/>
                </a:lnTo>
                <a:lnTo>
                  <a:pt x="2049113" y="1531715"/>
                </a:lnTo>
                <a:lnTo>
                  <a:pt x="2065770" y="1507009"/>
                </a:lnTo>
                <a:lnTo>
                  <a:pt x="2071877" y="1476756"/>
                </a:lnTo>
                <a:lnTo>
                  <a:pt x="2071877" y="77724"/>
                </a:lnTo>
                <a:lnTo>
                  <a:pt x="2065770" y="47470"/>
                </a:lnTo>
                <a:lnTo>
                  <a:pt x="2049113" y="22764"/>
                </a:lnTo>
                <a:lnTo>
                  <a:pt x="2024407" y="6107"/>
                </a:lnTo>
                <a:lnTo>
                  <a:pt x="1994154" y="0"/>
                </a:lnTo>
                <a:close/>
              </a:path>
            </a:pathLst>
          </a:custGeom>
          <a:solidFill>
            <a:srgbClr val="E8ED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014979" y="3057560"/>
            <a:ext cx="1336040" cy="110744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750" b="1">
                <a:solidFill>
                  <a:srgbClr val="1F4E9E"/>
                </a:solidFill>
                <a:latin typeface="Calibri"/>
                <a:cs typeface="Calibri"/>
              </a:rPr>
              <a:t>KEY </a:t>
            </a:r>
            <a:r>
              <a:rPr dirty="0" sz="1750" spc="-10" b="1">
                <a:solidFill>
                  <a:srgbClr val="1F4E9E"/>
                </a:solidFill>
                <a:latin typeface="Calibri"/>
                <a:cs typeface="Calibri"/>
              </a:rPr>
              <a:t>METRICS</a:t>
            </a:r>
            <a:endParaRPr sz="17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310"/>
              </a:spcBef>
            </a:pPr>
            <a:r>
              <a:rPr dirty="0" sz="1600">
                <a:solidFill>
                  <a:srgbClr val="252525"/>
                </a:solidFill>
                <a:latin typeface="Calibri"/>
                <a:cs typeface="Calibri"/>
              </a:rPr>
              <a:t>Marking</a:t>
            </a:r>
            <a:r>
              <a:rPr dirty="0" sz="160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252525"/>
                </a:solidFill>
                <a:latin typeface="Calibri"/>
                <a:cs typeface="Calibri"/>
              </a:rPr>
              <a:t>time, </a:t>
            </a:r>
            <a:r>
              <a:rPr dirty="0" sz="1600">
                <a:solidFill>
                  <a:srgbClr val="252525"/>
                </a:solidFill>
                <a:latin typeface="Calibri"/>
                <a:cs typeface="Calibri"/>
              </a:rPr>
              <a:t>accuracy,</a:t>
            </a:r>
            <a:r>
              <a:rPr dirty="0" sz="160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252525"/>
                </a:solidFill>
                <a:latin typeface="Calibri"/>
                <a:cs typeface="Calibri"/>
              </a:rPr>
              <a:t>active users.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058155" y="1371600"/>
            <a:ext cx="2072639" cy="3200400"/>
          </a:xfrm>
          <a:custGeom>
            <a:avLst/>
            <a:gdLst/>
            <a:ahLst/>
            <a:cxnLst/>
            <a:rect l="l" t="t" r="r" b="b"/>
            <a:pathLst>
              <a:path w="2072640" h="3200400">
                <a:moveTo>
                  <a:pt x="1969008" y="0"/>
                </a:moveTo>
                <a:lnTo>
                  <a:pt x="103632" y="0"/>
                </a:lnTo>
                <a:lnTo>
                  <a:pt x="63275" y="8137"/>
                </a:lnTo>
                <a:lnTo>
                  <a:pt x="30337" y="30337"/>
                </a:lnTo>
                <a:lnTo>
                  <a:pt x="8137" y="63275"/>
                </a:lnTo>
                <a:lnTo>
                  <a:pt x="0" y="103632"/>
                </a:lnTo>
                <a:lnTo>
                  <a:pt x="0" y="3096768"/>
                </a:lnTo>
                <a:lnTo>
                  <a:pt x="8137" y="3137124"/>
                </a:lnTo>
                <a:lnTo>
                  <a:pt x="30337" y="3170062"/>
                </a:lnTo>
                <a:lnTo>
                  <a:pt x="63275" y="3192262"/>
                </a:lnTo>
                <a:lnTo>
                  <a:pt x="103632" y="3200400"/>
                </a:lnTo>
                <a:lnTo>
                  <a:pt x="1969008" y="3200400"/>
                </a:lnTo>
                <a:lnTo>
                  <a:pt x="2009364" y="3192262"/>
                </a:lnTo>
                <a:lnTo>
                  <a:pt x="2042302" y="3170062"/>
                </a:lnTo>
                <a:lnTo>
                  <a:pt x="2064502" y="3137124"/>
                </a:lnTo>
                <a:lnTo>
                  <a:pt x="2072639" y="3096768"/>
                </a:lnTo>
                <a:lnTo>
                  <a:pt x="2072639" y="103632"/>
                </a:lnTo>
                <a:lnTo>
                  <a:pt x="2064502" y="63275"/>
                </a:lnTo>
                <a:lnTo>
                  <a:pt x="2042302" y="30337"/>
                </a:lnTo>
                <a:lnTo>
                  <a:pt x="2009364" y="8137"/>
                </a:lnTo>
                <a:lnTo>
                  <a:pt x="196900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186171" y="1462786"/>
            <a:ext cx="1685925" cy="1574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45745">
              <a:lnSpc>
                <a:spcPct val="100000"/>
              </a:lnSpc>
              <a:spcBef>
                <a:spcPts val="100"/>
              </a:spcBef>
            </a:pPr>
            <a:r>
              <a:rPr dirty="0" sz="1750" b="1">
                <a:solidFill>
                  <a:srgbClr val="FFFFFF"/>
                </a:solidFill>
                <a:latin typeface="Calibri"/>
                <a:cs typeface="Calibri"/>
              </a:rPr>
              <a:t>UNIQUE</a:t>
            </a:r>
            <a:r>
              <a:rPr dirty="0" sz="175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50" spc="-10" b="1">
                <a:solidFill>
                  <a:srgbClr val="FFFFFF"/>
                </a:solidFill>
                <a:latin typeface="Calibri"/>
                <a:cs typeface="Calibri"/>
              </a:rPr>
              <a:t>VALUE PROPOSITION</a:t>
            </a:r>
            <a:endParaRPr sz="17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310"/>
              </a:spcBef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simple,</a:t>
            </a:r>
            <a:r>
              <a:rPr dirty="0" sz="16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affordable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attendance</a:t>
            </a:r>
            <a:r>
              <a:rPr dirty="0" sz="1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system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16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real-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time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analytics.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222235" y="1371600"/>
            <a:ext cx="2072005" cy="1554480"/>
          </a:xfrm>
          <a:custGeom>
            <a:avLst/>
            <a:gdLst/>
            <a:ahLst/>
            <a:cxnLst/>
            <a:rect l="l" t="t" r="r" b="b"/>
            <a:pathLst>
              <a:path w="2072004" h="1554480">
                <a:moveTo>
                  <a:pt x="1994154" y="0"/>
                </a:moveTo>
                <a:lnTo>
                  <a:pt x="77724" y="0"/>
                </a:lnTo>
                <a:lnTo>
                  <a:pt x="47470" y="6107"/>
                </a:lnTo>
                <a:lnTo>
                  <a:pt x="22764" y="22764"/>
                </a:lnTo>
                <a:lnTo>
                  <a:pt x="6107" y="47470"/>
                </a:lnTo>
                <a:lnTo>
                  <a:pt x="0" y="77724"/>
                </a:lnTo>
                <a:lnTo>
                  <a:pt x="0" y="1476756"/>
                </a:lnTo>
                <a:lnTo>
                  <a:pt x="6107" y="1507009"/>
                </a:lnTo>
                <a:lnTo>
                  <a:pt x="22764" y="1531715"/>
                </a:lnTo>
                <a:lnTo>
                  <a:pt x="47470" y="1548372"/>
                </a:lnTo>
                <a:lnTo>
                  <a:pt x="77724" y="1554480"/>
                </a:lnTo>
                <a:lnTo>
                  <a:pt x="1994154" y="1554480"/>
                </a:lnTo>
                <a:lnTo>
                  <a:pt x="2024407" y="1548372"/>
                </a:lnTo>
                <a:lnTo>
                  <a:pt x="2049113" y="1531715"/>
                </a:lnTo>
                <a:lnTo>
                  <a:pt x="2065770" y="1507009"/>
                </a:lnTo>
                <a:lnTo>
                  <a:pt x="2071877" y="1476756"/>
                </a:lnTo>
                <a:lnTo>
                  <a:pt x="2071877" y="77724"/>
                </a:lnTo>
                <a:lnTo>
                  <a:pt x="2065770" y="47470"/>
                </a:lnTo>
                <a:lnTo>
                  <a:pt x="2049113" y="22764"/>
                </a:lnTo>
                <a:lnTo>
                  <a:pt x="2024407" y="6107"/>
                </a:lnTo>
                <a:lnTo>
                  <a:pt x="1994154" y="0"/>
                </a:lnTo>
                <a:close/>
              </a:path>
            </a:pathLst>
          </a:custGeom>
          <a:solidFill>
            <a:srgbClr val="FFF3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342123" y="1455166"/>
            <a:ext cx="1625600" cy="1330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19734">
              <a:lnSpc>
                <a:spcPct val="100000"/>
              </a:lnSpc>
              <a:spcBef>
                <a:spcPts val="100"/>
              </a:spcBef>
            </a:pPr>
            <a:r>
              <a:rPr dirty="0" sz="1750" spc="-10" b="1">
                <a:solidFill>
                  <a:srgbClr val="C67700"/>
                </a:solidFill>
                <a:latin typeface="Calibri"/>
                <a:cs typeface="Calibri"/>
              </a:rPr>
              <a:t>UNFAIR ADVANTAGE</a:t>
            </a:r>
            <a:endParaRPr sz="17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310"/>
              </a:spcBef>
            </a:pPr>
            <a:r>
              <a:rPr dirty="0" sz="1600">
                <a:solidFill>
                  <a:srgbClr val="252525"/>
                </a:solidFill>
                <a:latin typeface="Calibri"/>
                <a:cs typeface="Calibri"/>
              </a:rPr>
              <a:t>Marking,</a:t>
            </a:r>
            <a:r>
              <a:rPr dirty="0" sz="160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525"/>
                </a:solidFill>
                <a:latin typeface="Calibri"/>
                <a:cs typeface="Calibri"/>
              </a:rPr>
              <a:t>alerts</a:t>
            </a:r>
            <a:r>
              <a:rPr dirty="0" sz="160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252525"/>
                </a:solidFill>
                <a:latin typeface="Calibri"/>
                <a:cs typeface="Calibri"/>
              </a:rPr>
              <a:t>and </a:t>
            </a:r>
            <a:r>
              <a:rPr dirty="0" sz="1600">
                <a:solidFill>
                  <a:srgbClr val="252525"/>
                </a:solidFill>
                <a:latin typeface="Calibri"/>
                <a:cs typeface="Calibri"/>
              </a:rPr>
              <a:t>analytics</a:t>
            </a:r>
            <a:r>
              <a:rPr dirty="0" sz="160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dirty="0" sz="160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252525"/>
                </a:solidFill>
                <a:latin typeface="Calibri"/>
                <a:cs typeface="Calibri"/>
              </a:rPr>
              <a:t>one </a:t>
            </a:r>
            <a:r>
              <a:rPr dirty="0" sz="1600" spc="-10">
                <a:solidFill>
                  <a:srgbClr val="252525"/>
                </a:solidFill>
                <a:latin typeface="Calibri"/>
                <a:cs typeface="Calibri"/>
              </a:rPr>
              <a:t>system.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222235" y="3017520"/>
            <a:ext cx="2072005" cy="1554480"/>
          </a:xfrm>
          <a:custGeom>
            <a:avLst/>
            <a:gdLst/>
            <a:ahLst/>
            <a:cxnLst/>
            <a:rect l="l" t="t" r="r" b="b"/>
            <a:pathLst>
              <a:path w="2072004" h="1554479">
                <a:moveTo>
                  <a:pt x="1994154" y="0"/>
                </a:moveTo>
                <a:lnTo>
                  <a:pt x="77724" y="0"/>
                </a:lnTo>
                <a:lnTo>
                  <a:pt x="47470" y="6107"/>
                </a:lnTo>
                <a:lnTo>
                  <a:pt x="22764" y="22764"/>
                </a:lnTo>
                <a:lnTo>
                  <a:pt x="6107" y="47470"/>
                </a:lnTo>
                <a:lnTo>
                  <a:pt x="0" y="77724"/>
                </a:lnTo>
                <a:lnTo>
                  <a:pt x="0" y="1476756"/>
                </a:lnTo>
                <a:lnTo>
                  <a:pt x="6107" y="1507009"/>
                </a:lnTo>
                <a:lnTo>
                  <a:pt x="22764" y="1531715"/>
                </a:lnTo>
                <a:lnTo>
                  <a:pt x="47470" y="1548372"/>
                </a:lnTo>
                <a:lnTo>
                  <a:pt x="77724" y="1554480"/>
                </a:lnTo>
                <a:lnTo>
                  <a:pt x="1994154" y="1554480"/>
                </a:lnTo>
                <a:lnTo>
                  <a:pt x="2024407" y="1548372"/>
                </a:lnTo>
                <a:lnTo>
                  <a:pt x="2049113" y="1531715"/>
                </a:lnTo>
                <a:lnTo>
                  <a:pt x="2065770" y="1507009"/>
                </a:lnTo>
                <a:lnTo>
                  <a:pt x="2071877" y="1476756"/>
                </a:lnTo>
                <a:lnTo>
                  <a:pt x="2071877" y="77724"/>
                </a:lnTo>
                <a:lnTo>
                  <a:pt x="2065770" y="47470"/>
                </a:lnTo>
                <a:lnTo>
                  <a:pt x="2049113" y="22764"/>
                </a:lnTo>
                <a:lnTo>
                  <a:pt x="2024407" y="6107"/>
                </a:lnTo>
                <a:lnTo>
                  <a:pt x="1994154" y="0"/>
                </a:lnTo>
                <a:close/>
              </a:path>
            </a:pathLst>
          </a:custGeom>
          <a:solidFill>
            <a:srgbClr val="FFF3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342123" y="3057560"/>
            <a:ext cx="1592580" cy="86360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750" spc="-10" b="1">
                <a:solidFill>
                  <a:srgbClr val="C67700"/>
                </a:solidFill>
                <a:latin typeface="Calibri"/>
                <a:cs typeface="Calibri"/>
              </a:rPr>
              <a:t>CHANNELS</a:t>
            </a:r>
            <a:endParaRPr sz="17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310"/>
              </a:spcBef>
            </a:pPr>
            <a:r>
              <a:rPr dirty="0" sz="1600">
                <a:solidFill>
                  <a:srgbClr val="252525"/>
                </a:solidFill>
                <a:latin typeface="Calibri"/>
                <a:cs typeface="Calibri"/>
              </a:rPr>
              <a:t>College</a:t>
            </a:r>
            <a:r>
              <a:rPr dirty="0" sz="160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525"/>
                </a:solidFill>
                <a:latin typeface="Calibri"/>
                <a:cs typeface="Calibri"/>
              </a:rPr>
              <a:t>demos</a:t>
            </a:r>
            <a:r>
              <a:rPr dirty="0" sz="1600" spc="-25">
                <a:solidFill>
                  <a:srgbClr val="252525"/>
                </a:solidFill>
                <a:latin typeface="Calibri"/>
                <a:cs typeface="Calibri"/>
              </a:rPr>
              <a:t> and </a:t>
            </a:r>
            <a:r>
              <a:rPr dirty="0" sz="1600" spc="-10">
                <a:solidFill>
                  <a:srgbClr val="252525"/>
                </a:solidFill>
                <a:latin typeface="Calibri"/>
                <a:cs typeface="Calibri"/>
              </a:rPr>
              <a:t>partnerships.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385554" y="1371600"/>
            <a:ext cx="2072005" cy="3200400"/>
          </a:xfrm>
          <a:custGeom>
            <a:avLst/>
            <a:gdLst/>
            <a:ahLst/>
            <a:cxnLst/>
            <a:rect l="l" t="t" r="r" b="b"/>
            <a:pathLst>
              <a:path w="2072004" h="3200400">
                <a:moveTo>
                  <a:pt x="1968245" y="0"/>
                </a:moveTo>
                <a:lnTo>
                  <a:pt x="103632" y="0"/>
                </a:lnTo>
                <a:lnTo>
                  <a:pt x="63275" y="8137"/>
                </a:lnTo>
                <a:lnTo>
                  <a:pt x="30337" y="30337"/>
                </a:lnTo>
                <a:lnTo>
                  <a:pt x="8137" y="63275"/>
                </a:lnTo>
                <a:lnTo>
                  <a:pt x="0" y="103632"/>
                </a:lnTo>
                <a:lnTo>
                  <a:pt x="0" y="3096768"/>
                </a:lnTo>
                <a:lnTo>
                  <a:pt x="8137" y="3137124"/>
                </a:lnTo>
                <a:lnTo>
                  <a:pt x="30337" y="3170062"/>
                </a:lnTo>
                <a:lnTo>
                  <a:pt x="63275" y="3192262"/>
                </a:lnTo>
                <a:lnTo>
                  <a:pt x="103632" y="3200400"/>
                </a:lnTo>
                <a:lnTo>
                  <a:pt x="1968245" y="3200400"/>
                </a:lnTo>
                <a:lnTo>
                  <a:pt x="2008602" y="3192262"/>
                </a:lnTo>
                <a:lnTo>
                  <a:pt x="2041540" y="3170062"/>
                </a:lnTo>
                <a:lnTo>
                  <a:pt x="2063740" y="3137124"/>
                </a:lnTo>
                <a:lnTo>
                  <a:pt x="2071877" y="3096768"/>
                </a:lnTo>
                <a:lnTo>
                  <a:pt x="2071877" y="103632"/>
                </a:lnTo>
                <a:lnTo>
                  <a:pt x="2063740" y="63275"/>
                </a:lnTo>
                <a:lnTo>
                  <a:pt x="2041540" y="30337"/>
                </a:lnTo>
                <a:lnTo>
                  <a:pt x="2008602" y="8137"/>
                </a:lnTo>
                <a:lnTo>
                  <a:pt x="1968245" y="0"/>
                </a:lnTo>
                <a:close/>
              </a:path>
            </a:pathLst>
          </a:custGeom>
          <a:solidFill>
            <a:srgbClr val="E6F5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9513569" y="1462786"/>
            <a:ext cx="1717039" cy="1431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39445">
              <a:lnSpc>
                <a:spcPct val="100000"/>
              </a:lnSpc>
              <a:spcBef>
                <a:spcPts val="100"/>
              </a:spcBef>
            </a:pPr>
            <a:r>
              <a:rPr dirty="0" sz="1750" spc="-10" b="1">
                <a:solidFill>
                  <a:srgbClr val="0F8F79"/>
                </a:solidFill>
                <a:latin typeface="Calibri"/>
                <a:cs typeface="Calibri"/>
              </a:rPr>
              <a:t>CUSTOMER SEGMENTS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dirty="0" sz="1600" spc="-10">
                <a:solidFill>
                  <a:srgbClr val="252525"/>
                </a:solidFill>
                <a:latin typeface="Calibri"/>
                <a:cs typeface="Calibri"/>
              </a:rPr>
              <a:t>Colleges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ts val="2320"/>
              </a:lnSpc>
              <a:spcBef>
                <a:spcPts val="100"/>
              </a:spcBef>
            </a:pPr>
            <a:r>
              <a:rPr dirty="0" sz="1600">
                <a:solidFill>
                  <a:srgbClr val="252525"/>
                </a:solidFill>
                <a:latin typeface="Calibri"/>
                <a:cs typeface="Calibri"/>
              </a:rPr>
              <a:t>Students</a:t>
            </a:r>
            <a:r>
              <a:rPr dirty="0" sz="160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160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252525"/>
                </a:solidFill>
                <a:latin typeface="Calibri"/>
                <a:cs typeface="Calibri"/>
              </a:rPr>
              <a:t>faculty Administrators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31519" y="4663440"/>
            <a:ext cx="5212080" cy="868680"/>
          </a:xfrm>
          <a:custGeom>
            <a:avLst/>
            <a:gdLst/>
            <a:ahLst/>
            <a:cxnLst/>
            <a:rect l="l" t="t" r="r" b="b"/>
            <a:pathLst>
              <a:path w="5212080" h="868679">
                <a:moveTo>
                  <a:pt x="5168646" y="0"/>
                </a:moveTo>
                <a:lnTo>
                  <a:pt x="43434" y="0"/>
                </a:lnTo>
                <a:lnTo>
                  <a:pt x="26526" y="3411"/>
                </a:lnTo>
                <a:lnTo>
                  <a:pt x="12720" y="12715"/>
                </a:lnTo>
                <a:lnTo>
                  <a:pt x="3412" y="26521"/>
                </a:lnTo>
                <a:lnTo>
                  <a:pt x="0" y="43433"/>
                </a:lnTo>
                <a:lnTo>
                  <a:pt x="0" y="825245"/>
                </a:lnTo>
                <a:lnTo>
                  <a:pt x="3412" y="842158"/>
                </a:lnTo>
                <a:lnTo>
                  <a:pt x="12720" y="855964"/>
                </a:lnTo>
                <a:lnTo>
                  <a:pt x="26526" y="865268"/>
                </a:lnTo>
                <a:lnTo>
                  <a:pt x="43434" y="868679"/>
                </a:lnTo>
                <a:lnTo>
                  <a:pt x="5168646" y="868679"/>
                </a:lnTo>
                <a:lnTo>
                  <a:pt x="5185558" y="865268"/>
                </a:lnTo>
                <a:lnTo>
                  <a:pt x="5199364" y="855964"/>
                </a:lnTo>
                <a:lnTo>
                  <a:pt x="5208668" y="842158"/>
                </a:lnTo>
                <a:lnTo>
                  <a:pt x="5212080" y="825245"/>
                </a:lnTo>
                <a:lnTo>
                  <a:pt x="5212080" y="43433"/>
                </a:lnTo>
                <a:lnTo>
                  <a:pt x="5208668" y="26521"/>
                </a:lnTo>
                <a:lnTo>
                  <a:pt x="5199364" y="12715"/>
                </a:lnTo>
                <a:lnTo>
                  <a:pt x="5185558" y="3411"/>
                </a:lnTo>
                <a:lnTo>
                  <a:pt x="5168646" y="0"/>
                </a:lnTo>
                <a:close/>
              </a:path>
            </a:pathLst>
          </a:custGeom>
          <a:solidFill>
            <a:srgbClr val="E6F5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841247" y="4698804"/>
            <a:ext cx="4185920" cy="63627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750" b="1">
                <a:solidFill>
                  <a:srgbClr val="0F8F79"/>
                </a:solidFill>
                <a:latin typeface="Calibri"/>
                <a:cs typeface="Calibri"/>
              </a:rPr>
              <a:t>COST</a:t>
            </a:r>
            <a:r>
              <a:rPr dirty="0" sz="1750" spc="-25" b="1">
                <a:solidFill>
                  <a:srgbClr val="0F8F79"/>
                </a:solidFill>
                <a:latin typeface="Calibri"/>
                <a:cs typeface="Calibri"/>
              </a:rPr>
              <a:t> </a:t>
            </a:r>
            <a:r>
              <a:rPr dirty="0" sz="1750" spc="-10" b="1">
                <a:solidFill>
                  <a:srgbClr val="0F8F79"/>
                </a:solidFill>
                <a:latin typeface="Calibri"/>
                <a:cs typeface="Calibri"/>
              </a:rPr>
              <a:t>STRUCTURE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750">
                <a:solidFill>
                  <a:srgbClr val="252525"/>
                </a:solidFill>
                <a:latin typeface="Calibri"/>
                <a:cs typeface="Calibri"/>
              </a:rPr>
              <a:t>Development,</a:t>
            </a:r>
            <a:r>
              <a:rPr dirty="0" sz="175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252525"/>
                </a:solidFill>
                <a:latin typeface="Calibri"/>
                <a:cs typeface="Calibri"/>
              </a:rPr>
              <a:t>hosting,</a:t>
            </a:r>
            <a:r>
              <a:rPr dirty="0" sz="175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252525"/>
                </a:solidFill>
                <a:latin typeface="Calibri"/>
                <a:cs typeface="Calibri"/>
              </a:rPr>
              <a:t>maintenance,</a:t>
            </a:r>
            <a:r>
              <a:rPr dirty="0" sz="175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252525"/>
                </a:solidFill>
                <a:latin typeface="Calibri"/>
                <a:cs typeface="Calibri"/>
              </a:rPr>
              <a:t>support.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126479" y="4663440"/>
            <a:ext cx="5331460" cy="868680"/>
          </a:xfrm>
          <a:custGeom>
            <a:avLst/>
            <a:gdLst/>
            <a:ahLst/>
            <a:cxnLst/>
            <a:rect l="l" t="t" r="r" b="b"/>
            <a:pathLst>
              <a:path w="5331459" h="868679">
                <a:moveTo>
                  <a:pt x="5287518" y="0"/>
                </a:moveTo>
                <a:lnTo>
                  <a:pt x="43434" y="0"/>
                </a:lnTo>
                <a:lnTo>
                  <a:pt x="26521" y="3411"/>
                </a:lnTo>
                <a:lnTo>
                  <a:pt x="12715" y="12715"/>
                </a:lnTo>
                <a:lnTo>
                  <a:pt x="3411" y="26521"/>
                </a:lnTo>
                <a:lnTo>
                  <a:pt x="0" y="43433"/>
                </a:lnTo>
                <a:lnTo>
                  <a:pt x="0" y="825245"/>
                </a:lnTo>
                <a:lnTo>
                  <a:pt x="3411" y="842158"/>
                </a:lnTo>
                <a:lnTo>
                  <a:pt x="12715" y="855964"/>
                </a:lnTo>
                <a:lnTo>
                  <a:pt x="26521" y="865268"/>
                </a:lnTo>
                <a:lnTo>
                  <a:pt x="43434" y="868679"/>
                </a:lnTo>
                <a:lnTo>
                  <a:pt x="5287518" y="868679"/>
                </a:lnTo>
                <a:lnTo>
                  <a:pt x="5304430" y="865268"/>
                </a:lnTo>
                <a:lnTo>
                  <a:pt x="5318236" y="855964"/>
                </a:lnTo>
                <a:lnTo>
                  <a:pt x="5327540" y="842158"/>
                </a:lnTo>
                <a:lnTo>
                  <a:pt x="5330952" y="825245"/>
                </a:lnTo>
                <a:lnTo>
                  <a:pt x="5330952" y="43433"/>
                </a:lnTo>
                <a:lnTo>
                  <a:pt x="5327540" y="26521"/>
                </a:lnTo>
                <a:lnTo>
                  <a:pt x="5318236" y="12715"/>
                </a:lnTo>
                <a:lnTo>
                  <a:pt x="5304430" y="3411"/>
                </a:lnTo>
                <a:lnTo>
                  <a:pt x="5287518" y="0"/>
                </a:lnTo>
                <a:close/>
              </a:path>
            </a:pathLst>
          </a:custGeom>
          <a:solidFill>
            <a:srgbClr val="FFF3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236715" y="4698804"/>
            <a:ext cx="3811904" cy="63627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750" b="1">
                <a:solidFill>
                  <a:srgbClr val="C67700"/>
                </a:solidFill>
                <a:latin typeface="Calibri"/>
                <a:cs typeface="Calibri"/>
              </a:rPr>
              <a:t>REVENUE</a:t>
            </a:r>
            <a:r>
              <a:rPr dirty="0" sz="1750" spc="-45" b="1">
                <a:solidFill>
                  <a:srgbClr val="C67700"/>
                </a:solidFill>
                <a:latin typeface="Calibri"/>
                <a:cs typeface="Calibri"/>
              </a:rPr>
              <a:t> </a:t>
            </a:r>
            <a:r>
              <a:rPr dirty="0" sz="1750" spc="-10" b="1">
                <a:solidFill>
                  <a:srgbClr val="C67700"/>
                </a:solidFill>
                <a:latin typeface="Calibri"/>
                <a:cs typeface="Calibri"/>
              </a:rPr>
              <a:t>STREAMS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750">
                <a:solidFill>
                  <a:srgbClr val="252525"/>
                </a:solidFill>
                <a:latin typeface="Calibri"/>
                <a:cs typeface="Calibri"/>
              </a:rPr>
              <a:t>College</a:t>
            </a:r>
            <a:r>
              <a:rPr dirty="0" sz="175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252525"/>
                </a:solidFill>
                <a:latin typeface="Calibri"/>
                <a:cs typeface="Calibri"/>
              </a:rPr>
              <a:t>subscriptions</a:t>
            </a:r>
            <a:r>
              <a:rPr dirty="0" sz="175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175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252525"/>
                </a:solidFill>
                <a:latin typeface="Calibri"/>
                <a:cs typeface="Calibri"/>
              </a:rPr>
              <a:t>annual</a:t>
            </a:r>
            <a:r>
              <a:rPr dirty="0" sz="17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252525"/>
                </a:solidFill>
                <a:latin typeface="Calibri"/>
                <a:cs typeface="Calibri"/>
              </a:rPr>
              <a:t>licenses.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18819" y="5598414"/>
            <a:ext cx="419925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i="1">
                <a:solidFill>
                  <a:srgbClr val="585858"/>
                </a:solidFill>
                <a:latin typeface="Calibri"/>
                <a:cs typeface="Calibri"/>
              </a:rPr>
              <a:t>Proposed</a:t>
            </a:r>
            <a:r>
              <a:rPr dirty="0" sz="1600" spc="-3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585858"/>
                </a:solidFill>
                <a:latin typeface="Calibri"/>
                <a:cs typeface="Calibri"/>
              </a:rPr>
              <a:t>business</a:t>
            </a:r>
            <a:r>
              <a:rPr dirty="0" sz="1600" spc="-2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585858"/>
                </a:solidFill>
                <a:latin typeface="Calibri"/>
                <a:cs typeface="Calibri"/>
              </a:rPr>
              <a:t>model;</a:t>
            </a:r>
            <a:r>
              <a:rPr dirty="0" sz="1600" spc="-50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585858"/>
                </a:solidFill>
                <a:latin typeface="Calibri"/>
                <a:cs typeface="Calibri"/>
              </a:rPr>
              <a:t>not</a:t>
            </a:r>
            <a:r>
              <a:rPr dirty="0" sz="1600" spc="-2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585858"/>
                </a:solidFill>
                <a:latin typeface="Calibri"/>
                <a:cs typeface="Calibri"/>
              </a:rPr>
              <a:t>an</a:t>
            </a:r>
            <a:r>
              <a:rPr dirty="0" sz="1600" spc="-30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585858"/>
                </a:solidFill>
                <a:latin typeface="Calibri"/>
                <a:cs typeface="Calibri"/>
              </a:rPr>
              <a:t>existing</a:t>
            </a:r>
            <a:r>
              <a:rPr dirty="0" sz="1600" spc="-50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 i="1">
                <a:solidFill>
                  <a:srgbClr val="585858"/>
                </a:solidFill>
                <a:latin typeface="Calibri"/>
                <a:cs typeface="Calibri"/>
              </a:rPr>
              <a:t>business.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095" y="6214871"/>
            <a:ext cx="12205335" cy="650240"/>
            <a:chOff x="-6095" y="6214871"/>
            <a:chExt cx="12205335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285"/>
                  </a:lnTo>
                  <a:lnTo>
                    <a:pt x="12192000" y="63728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81" y="6221348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285"/>
                  </a:moveTo>
                  <a:lnTo>
                    <a:pt x="12192000" y="63728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285"/>
                  </a:lnTo>
                  <a:close/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55"/>
              <a:t>DTIE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126489" y="6381986"/>
            <a:ext cx="145415" cy="290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|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114"/>
              <a:t>Department</a:t>
            </a:r>
            <a:r>
              <a:rPr dirty="0" spc="-190"/>
              <a:t> </a:t>
            </a:r>
            <a:r>
              <a:rPr dirty="0" spc="-55"/>
              <a:t>of</a:t>
            </a:r>
            <a:r>
              <a:rPr dirty="0" spc="-185"/>
              <a:t> </a:t>
            </a:r>
            <a:r>
              <a:rPr dirty="0" spc="-95"/>
              <a:t>Multi</a:t>
            </a:r>
            <a:r>
              <a:rPr dirty="0" spc="-190"/>
              <a:t> </a:t>
            </a:r>
            <a:r>
              <a:rPr dirty="0" spc="-114"/>
              <a:t>Disciplinary</a:t>
            </a:r>
            <a:r>
              <a:rPr dirty="0" spc="-195"/>
              <a:t> </a:t>
            </a:r>
            <a:r>
              <a:rPr dirty="0" spc="-110"/>
              <a:t>Innovation</a:t>
            </a:r>
            <a:r>
              <a:rPr dirty="0" spc="-190"/>
              <a:t> </a:t>
            </a:r>
            <a:r>
              <a:rPr dirty="0" spc="-20"/>
              <a:t>&amp;</a:t>
            </a:r>
            <a:r>
              <a:rPr dirty="0" spc="-160"/>
              <a:t> </a:t>
            </a:r>
            <a:r>
              <a:rPr dirty="0" spc="-85"/>
              <a:t>Entrepreneurship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70"/>
              <a:t>Capital</a:t>
            </a:r>
            <a:r>
              <a:rPr dirty="0" spc="-145"/>
              <a:t> </a:t>
            </a:r>
            <a:r>
              <a:rPr dirty="0" spc="-55"/>
              <a:t>(Financial)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31519" y="1371600"/>
          <a:ext cx="6202680" cy="3071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73779"/>
                <a:gridCol w="2552065"/>
              </a:tblGrid>
              <a:tr h="43878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Requirement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63182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Estimated</a:t>
                      </a:r>
                      <a:r>
                        <a:rPr dirty="0" sz="1950" spc="-7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Cost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solidFill>
                      <a:srgbClr val="C00000"/>
                    </a:solidFill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9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Design</a:t>
                      </a:r>
                      <a:r>
                        <a:rPr dirty="0" sz="1950" spc="-7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950" spc="-7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development</a:t>
                      </a:r>
                      <a:r>
                        <a:rPr dirty="0" sz="1950" spc="-6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5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tools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182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950" spc="-2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₹0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solidFill>
                      <a:srgbClr val="FFFFFF"/>
                    </a:solidFill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9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QR</a:t>
                      </a:r>
                      <a:r>
                        <a:rPr dirty="0" sz="1950" spc="-4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code</a:t>
                      </a:r>
                      <a:r>
                        <a:rPr dirty="0" sz="1950" spc="-3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5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generation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63182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950" spc="-2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₹0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solidFill>
                      <a:srgbClr val="F3F3F3"/>
                    </a:solidFill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95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Free-</a:t>
                      </a:r>
                      <a:r>
                        <a:rPr dirty="0" sz="19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tier</a:t>
                      </a:r>
                      <a:r>
                        <a:rPr dirty="0" sz="1950" spc="-3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cloud</a:t>
                      </a:r>
                      <a:r>
                        <a:rPr dirty="0" sz="1950" spc="-3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5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hosting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182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950" spc="-2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₹0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solidFill>
                      <a:srgbClr val="FFFFFF"/>
                    </a:solidFill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9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Testing</a:t>
                      </a:r>
                      <a:r>
                        <a:rPr dirty="0" sz="195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95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miscellaneous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63182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95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₹1,000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solidFill>
                      <a:srgbClr val="F3F3F3"/>
                    </a:solidFill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9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Optional</a:t>
                      </a:r>
                      <a:r>
                        <a:rPr dirty="0" sz="1950" spc="-1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5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deployment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182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95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₹1,500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solidFill>
                      <a:srgbClr val="FFFFFF"/>
                    </a:solidFill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95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950" spc="-45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5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Estimated</a:t>
                      </a:r>
                      <a:r>
                        <a:rPr dirty="0" sz="1950" spc="-35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50" spc="-1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Budget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B="0" marT="55244">
                    <a:solidFill>
                      <a:srgbClr val="FAEBEB"/>
                    </a:solidFill>
                  </a:tcPr>
                </a:tc>
                <a:tc>
                  <a:txBody>
                    <a:bodyPr/>
                    <a:lstStyle/>
                    <a:p>
                      <a:pPr marL="63182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950" spc="-1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₹2,500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B="0" marT="55244">
                    <a:solidFill>
                      <a:srgbClr val="FAEBEB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7132319" y="1371600"/>
            <a:ext cx="4325620" cy="3072765"/>
          </a:xfrm>
          <a:custGeom>
            <a:avLst/>
            <a:gdLst/>
            <a:ahLst/>
            <a:cxnLst/>
            <a:rect l="l" t="t" r="r" b="b"/>
            <a:pathLst>
              <a:path w="4325620" h="3072765">
                <a:moveTo>
                  <a:pt x="4171441" y="0"/>
                </a:moveTo>
                <a:lnTo>
                  <a:pt x="153670" y="0"/>
                </a:lnTo>
                <a:lnTo>
                  <a:pt x="105111" y="7837"/>
                </a:lnTo>
                <a:lnTo>
                  <a:pt x="62929" y="29659"/>
                </a:lnTo>
                <a:lnTo>
                  <a:pt x="29659" y="62929"/>
                </a:lnTo>
                <a:lnTo>
                  <a:pt x="7837" y="105111"/>
                </a:lnTo>
                <a:lnTo>
                  <a:pt x="0" y="153670"/>
                </a:lnTo>
                <a:lnTo>
                  <a:pt x="0" y="2918714"/>
                </a:lnTo>
                <a:lnTo>
                  <a:pt x="7837" y="2967272"/>
                </a:lnTo>
                <a:lnTo>
                  <a:pt x="29659" y="3009454"/>
                </a:lnTo>
                <a:lnTo>
                  <a:pt x="62929" y="3042724"/>
                </a:lnTo>
                <a:lnTo>
                  <a:pt x="105111" y="3064546"/>
                </a:lnTo>
                <a:lnTo>
                  <a:pt x="153670" y="3072384"/>
                </a:lnTo>
                <a:lnTo>
                  <a:pt x="4171441" y="3072384"/>
                </a:lnTo>
                <a:lnTo>
                  <a:pt x="4220000" y="3064546"/>
                </a:lnTo>
                <a:lnTo>
                  <a:pt x="4262182" y="3042724"/>
                </a:lnTo>
                <a:lnTo>
                  <a:pt x="4295452" y="3009454"/>
                </a:lnTo>
                <a:lnTo>
                  <a:pt x="4317274" y="2967272"/>
                </a:lnTo>
                <a:lnTo>
                  <a:pt x="4325112" y="2918714"/>
                </a:lnTo>
                <a:lnTo>
                  <a:pt x="4325112" y="153670"/>
                </a:lnTo>
                <a:lnTo>
                  <a:pt x="4317274" y="105111"/>
                </a:lnTo>
                <a:lnTo>
                  <a:pt x="4295452" y="62929"/>
                </a:lnTo>
                <a:lnTo>
                  <a:pt x="4262182" y="29659"/>
                </a:lnTo>
                <a:lnTo>
                  <a:pt x="4220000" y="7837"/>
                </a:lnTo>
                <a:lnTo>
                  <a:pt x="4171441" y="0"/>
                </a:lnTo>
                <a:close/>
              </a:path>
            </a:pathLst>
          </a:custGeom>
          <a:solidFill>
            <a:srgbClr val="FA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393685" y="1490219"/>
            <a:ext cx="2999105" cy="1488440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2300" b="1">
                <a:solidFill>
                  <a:srgbClr val="C00000"/>
                </a:solidFill>
                <a:latin typeface="Calibri"/>
                <a:cs typeface="Calibri"/>
              </a:rPr>
              <a:t>Keep costs</a:t>
            </a:r>
            <a:r>
              <a:rPr dirty="0" sz="23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300" spc="-25" b="1">
                <a:solidFill>
                  <a:srgbClr val="C00000"/>
                </a:solidFill>
                <a:latin typeface="Calibri"/>
                <a:cs typeface="Calibri"/>
              </a:rPr>
              <a:t>low</a:t>
            </a:r>
            <a:endParaRPr sz="2300">
              <a:latin typeface="Calibri"/>
              <a:cs typeface="Calibri"/>
            </a:endParaRPr>
          </a:p>
          <a:p>
            <a:pPr marL="194310" indent="-181610">
              <a:lnSpc>
                <a:spcPct val="100000"/>
              </a:lnSpc>
              <a:spcBef>
                <a:spcPts val="525"/>
              </a:spcBef>
              <a:buClr>
                <a:srgbClr val="C00000"/>
              </a:buClr>
              <a:buChar char="•"/>
              <a:tabLst>
                <a:tab pos="194310" algn="l"/>
              </a:tabLst>
            </a:pP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Free, </a:t>
            </a:r>
            <a:r>
              <a:rPr dirty="0" sz="1950" spc="-20">
                <a:solidFill>
                  <a:srgbClr val="252525"/>
                </a:solidFill>
                <a:latin typeface="Calibri"/>
                <a:cs typeface="Calibri"/>
              </a:rPr>
              <a:t>open-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source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 tools</a:t>
            </a:r>
            <a:endParaRPr sz="1950">
              <a:latin typeface="Calibri"/>
              <a:cs typeface="Calibri"/>
            </a:endParaRPr>
          </a:p>
          <a:p>
            <a:pPr marL="194310" indent="-181610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Char char="•"/>
              <a:tabLst>
                <a:tab pos="194310" algn="l"/>
              </a:tabLst>
            </a:pP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Smartphones,</a:t>
            </a:r>
            <a:r>
              <a:rPr dirty="0" sz="195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not</a:t>
            </a:r>
            <a:r>
              <a:rPr dirty="0" sz="195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devices</a:t>
            </a:r>
            <a:endParaRPr sz="1950">
              <a:latin typeface="Calibri"/>
              <a:cs typeface="Calibri"/>
            </a:endParaRPr>
          </a:p>
          <a:p>
            <a:pPr marL="194310" indent="-181610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Char char="•"/>
              <a:tabLst>
                <a:tab pos="194310" algn="l"/>
              </a:tabLst>
            </a:pP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Start</a:t>
            </a:r>
            <a:r>
              <a:rPr dirty="0" sz="19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with</a:t>
            </a:r>
            <a:r>
              <a:rPr dirty="0" sz="195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a</a:t>
            </a:r>
            <a:r>
              <a:rPr dirty="0" sz="195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basic</a:t>
            </a:r>
            <a:r>
              <a:rPr dirty="0" sz="195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prototype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8819" y="4502658"/>
            <a:ext cx="361569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i="1">
                <a:solidFill>
                  <a:srgbClr val="585858"/>
                </a:solidFill>
                <a:latin typeface="Calibri"/>
                <a:cs typeface="Calibri"/>
              </a:rPr>
              <a:t>Illustrative</a:t>
            </a:r>
            <a:r>
              <a:rPr dirty="0" sz="1400" spc="-4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585858"/>
                </a:solidFill>
                <a:latin typeface="Calibri"/>
                <a:cs typeface="Calibri"/>
              </a:rPr>
              <a:t>planning</a:t>
            </a:r>
            <a:r>
              <a:rPr dirty="0" sz="1400" spc="-3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585858"/>
                </a:solidFill>
                <a:latin typeface="Calibri"/>
                <a:cs typeface="Calibri"/>
              </a:rPr>
              <a:t>estimates,</a:t>
            </a:r>
            <a:r>
              <a:rPr dirty="0" sz="1400" spc="-3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585858"/>
                </a:solidFill>
                <a:latin typeface="Calibri"/>
                <a:cs typeface="Calibri"/>
              </a:rPr>
              <a:t>not</a:t>
            </a:r>
            <a:r>
              <a:rPr dirty="0" sz="1400" spc="-5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585858"/>
                </a:solidFill>
                <a:latin typeface="Calibri"/>
                <a:cs typeface="Calibri"/>
              </a:rPr>
              <a:t>verified</a:t>
            </a:r>
            <a:r>
              <a:rPr dirty="0" sz="1400" spc="-60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585858"/>
                </a:solidFill>
                <a:latin typeface="Calibri"/>
                <a:cs typeface="Calibri"/>
              </a:rPr>
              <a:t>prices.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31519" y="4937759"/>
            <a:ext cx="4206240" cy="1097280"/>
          </a:xfrm>
          <a:custGeom>
            <a:avLst/>
            <a:gdLst/>
            <a:ahLst/>
            <a:cxnLst/>
            <a:rect l="l" t="t" r="r" b="b"/>
            <a:pathLst>
              <a:path w="4206240" h="1097279">
                <a:moveTo>
                  <a:pt x="4151376" y="0"/>
                </a:moveTo>
                <a:lnTo>
                  <a:pt x="54864" y="0"/>
                </a:lnTo>
                <a:lnTo>
                  <a:pt x="33507" y="4304"/>
                </a:lnTo>
                <a:lnTo>
                  <a:pt x="16068" y="16049"/>
                </a:lnTo>
                <a:lnTo>
                  <a:pt x="4311" y="33486"/>
                </a:lnTo>
                <a:lnTo>
                  <a:pt x="0" y="54863"/>
                </a:lnTo>
                <a:lnTo>
                  <a:pt x="0" y="1042416"/>
                </a:lnTo>
                <a:lnTo>
                  <a:pt x="4311" y="1063772"/>
                </a:lnTo>
                <a:lnTo>
                  <a:pt x="16068" y="1081211"/>
                </a:lnTo>
                <a:lnTo>
                  <a:pt x="33507" y="1092968"/>
                </a:lnTo>
                <a:lnTo>
                  <a:pt x="54864" y="1097280"/>
                </a:lnTo>
                <a:lnTo>
                  <a:pt x="4151376" y="1097280"/>
                </a:lnTo>
                <a:lnTo>
                  <a:pt x="4172753" y="1092968"/>
                </a:lnTo>
                <a:lnTo>
                  <a:pt x="4190190" y="1081211"/>
                </a:lnTo>
                <a:lnTo>
                  <a:pt x="4201935" y="1063772"/>
                </a:lnTo>
                <a:lnTo>
                  <a:pt x="4206240" y="1042416"/>
                </a:lnTo>
                <a:lnTo>
                  <a:pt x="4206240" y="54863"/>
                </a:lnTo>
                <a:lnTo>
                  <a:pt x="4201935" y="33486"/>
                </a:lnTo>
                <a:lnTo>
                  <a:pt x="4190190" y="16049"/>
                </a:lnTo>
                <a:lnTo>
                  <a:pt x="4172753" y="4304"/>
                </a:lnTo>
                <a:lnTo>
                  <a:pt x="415137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859533" y="4895258"/>
            <a:ext cx="1950720" cy="106426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45"/>
              </a:spcBef>
            </a:pPr>
            <a:r>
              <a:rPr dirty="0" sz="4600" spc="-10" b="1">
                <a:solidFill>
                  <a:srgbClr val="FFFFFF"/>
                </a:solidFill>
                <a:latin typeface="Calibri"/>
                <a:cs typeface="Calibri"/>
              </a:rPr>
              <a:t>₹2,500</a:t>
            </a:r>
            <a:endParaRPr sz="4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90"/>
              </a:spcBef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dirty="0" sz="16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estimated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budget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120640" y="4937759"/>
            <a:ext cx="6337300" cy="1097280"/>
          </a:xfrm>
          <a:custGeom>
            <a:avLst/>
            <a:gdLst/>
            <a:ahLst/>
            <a:cxnLst/>
            <a:rect l="l" t="t" r="r" b="b"/>
            <a:pathLst>
              <a:path w="6337300" h="1097279">
                <a:moveTo>
                  <a:pt x="6281928" y="0"/>
                </a:moveTo>
                <a:lnTo>
                  <a:pt x="54864" y="0"/>
                </a:lnTo>
                <a:lnTo>
                  <a:pt x="33486" y="4304"/>
                </a:lnTo>
                <a:lnTo>
                  <a:pt x="16049" y="16049"/>
                </a:lnTo>
                <a:lnTo>
                  <a:pt x="4304" y="33486"/>
                </a:lnTo>
                <a:lnTo>
                  <a:pt x="0" y="54863"/>
                </a:lnTo>
                <a:lnTo>
                  <a:pt x="0" y="1042416"/>
                </a:lnTo>
                <a:lnTo>
                  <a:pt x="4304" y="1063772"/>
                </a:lnTo>
                <a:lnTo>
                  <a:pt x="16049" y="1081211"/>
                </a:lnTo>
                <a:lnTo>
                  <a:pt x="33486" y="1092968"/>
                </a:lnTo>
                <a:lnTo>
                  <a:pt x="54864" y="1097280"/>
                </a:lnTo>
                <a:lnTo>
                  <a:pt x="6281928" y="1097280"/>
                </a:lnTo>
                <a:lnTo>
                  <a:pt x="6303305" y="1092968"/>
                </a:lnTo>
                <a:lnTo>
                  <a:pt x="6320742" y="1081211"/>
                </a:lnTo>
                <a:lnTo>
                  <a:pt x="6332487" y="1063772"/>
                </a:lnTo>
                <a:lnTo>
                  <a:pt x="6336792" y="1042416"/>
                </a:lnTo>
                <a:lnTo>
                  <a:pt x="6336792" y="54863"/>
                </a:lnTo>
                <a:lnTo>
                  <a:pt x="6332487" y="33486"/>
                </a:lnTo>
                <a:lnTo>
                  <a:pt x="6320742" y="16049"/>
                </a:lnTo>
                <a:lnTo>
                  <a:pt x="6303305" y="4304"/>
                </a:lnTo>
                <a:lnTo>
                  <a:pt x="6281928" y="0"/>
                </a:lnTo>
                <a:close/>
              </a:path>
            </a:pathLst>
          </a:custGeom>
          <a:solidFill>
            <a:srgbClr val="E6F5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353050" y="5116168"/>
            <a:ext cx="5096510" cy="67627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850" b="1">
                <a:solidFill>
                  <a:srgbClr val="0F8F79"/>
                </a:solidFill>
                <a:latin typeface="Calibri"/>
                <a:cs typeface="Calibri"/>
              </a:rPr>
              <a:t>Financial</a:t>
            </a:r>
            <a:r>
              <a:rPr dirty="0" sz="1850" spc="-30" b="1">
                <a:solidFill>
                  <a:srgbClr val="0F8F79"/>
                </a:solidFill>
                <a:latin typeface="Calibri"/>
                <a:cs typeface="Calibri"/>
              </a:rPr>
              <a:t> </a:t>
            </a:r>
            <a:r>
              <a:rPr dirty="0" sz="1850" spc="-20" b="1">
                <a:solidFill>
                  <a:srgbClr val="0F8F79"/>
                </a:solidFill>
                <a:latin typeface="Calibri"/>
                <a:cs typeface="Calibri"/>
              </a:rPr>
              <a:t>Goal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An</a:t>
            </a:r>
            <a:r>
              <a:rPr dirty="0" sz="195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affordable</a:t>
            </a:r>
            <a:r>
              <a:rPr dirty="0" sz="195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solution</a:t>
            </a:r>
            <a:r>
              <a:rPr dirty="0" sz="19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that</a:t>
            </a:r>
            <a:r>
              <a:rPr dirty="0" sz="195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can</a:t>
            </a:r>
            <a:r>
              <a:rPr dirty="0" sz="19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grow</a:t>
            </a:r>
            <a:r>
              <a:rPr dirty="0" sz="195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dirty="0" sz="195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dirty="0" sz="195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future.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095" y="6214871"/>
            <a:ext cx="12205335" cy="650240"/>
            <a:chOff x="-6095" y="6214871"/>
            <a:chExt cx="12205335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285"/>
                  </a:lnTo>
                  <a:lnTo>
                    <a:pt x="12192000" y="63728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81" y="6221348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285"/>
                  </a:moveTo>
                  <a:lnTo>
                    <a:pt x="12192000" y="63728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285"/>
                  </a:lnTo>
                  <a:close/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55"/>
              <a:t>DTIE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126489" y="6381986"/>
            <a:ext cx="145415" cy="290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|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114"/>
              <a:t>Department</a:t>
            </a:r>
            <a:r>
              <a:rPr dirty="0" spc="-190"/>
              <a:t> </a:t>
            </a:r>
            <a:r>
              <a:rPr dirty="0" spc="-55"/>
              <a:t>of</a:t>
            </a:r>
            <a:r>
              <a:rPr dirty="0" spc="-185"/>
              <a:t> </a:t>
            </a:r>
            <a:r>
              <a:rPr dirty="0" spc="-95"/>
              <a:t>Multi</a:t>
            </a:r>
            <a:r>
              <a:rPr dirty="0" spc="-190"/>
              <a:t> </a:t>
            </a:r>
            <a:r>
              <a:rPr dirty="0" spc="-114"/>
              <a:t>Disciplinary</a:t>
            </a:r>
            <a:r>
              <a:rPr dirty="0" spc="-195"/>
              <a:t> </a:t>
            </a:r>
            <a:r>
              <a:rPr dirty="0" spc="-110"/>
              <a:t>Innovation</a:t>
            </a:r>
            <a:r>
              <a:rPr dirty="0" spc="-190"/>
              <a:t> </a:t>
            </a:r>
            <a:r>
              <a:rPr dirty="0" spc="-20"/>
              <a:t>&amp;</a:t>
            </a:r>
            <a:r>
              <a:rPr dirty="0" spc="-160"/>
              <a:t> </a:t>
            </a:r>
            <a:r>
              <a:rPr dirty="0" spc="-85"/>
              <a:t>Entrepreneurship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80"/>
              <a:t>Roadmap/Timeline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8819" y="1253236"/>
            <a:ext cx="420497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585858"/>
                </a:solidFill>
                <a:latin typeface="Calibri"/>
                <a:cs typeface="Calibri"/>
              </a:rPr>
              <a:t>First</a:t>
            </a:r>
            <a:r>
              <a:rPr dirty="0" sz="175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585858"/>
                </a:solidFill>
                <a:latin typeface="Calibri"/>
                <a:cs typeface="Calibri"/>
              </a:rPr>
              <a:t>working</a:t>
            </a:r>
            <a:r>
              <a:rPr dirty="0" sz="175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585858"/>
                </a:solidFill>
                <a:latin typeface="Calibri"/>
                <a:cs typeface="Calibri"/>
              </a:rPr>
              <a:t>prototype</a:t>
            </a:r>
            <a:r>
              <a:rPr dirty="0" sz="1750" spc="-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585858"/>
                </a:solidFill>
                <a:latin typeface="Calibri"/>
                <a:cs typeface="Calibri"/>
              </a:rPr>
              <a:t>in</a:t>
            </a:r>
            <a:r>
              <a:rPr dirty="0" sz="175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585858"/>
                </a:solidFill>
                <a:latin typeface="Calibri"/>
                <a:cs typeface="Calibri"/>
              </a:rPr>
              <a:t>about</a:t>
            </a:r>
            <a:r>
              <a:rPr dirty="0" sz="175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585858"/>
                </a:solidFill>
                <a:latin typeface="Calibri"/>
                <a:cs typeface="Calibri"/>
              </a:rPr>
              <a:t>6</a:t>
            </a:r>
            <a:r>
              <a:rPr dirty="0" sz="175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585858"/>
                </a:solidFill>
                <a:latin typeface="Calibri"/>
                <a:cs typeface="Calibri"/>
              </a:rPr>
              <a:t>to</a:t>
            </a:r>
            <a:r>
              <a:rPr dirty="0" sz="175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585858"/>
                </a:solidFill>
                <a:latin typeface="Calibri"/>
                <a:cs typeface="Calibri"/>
              </a:rPr>
              <a:t>8</a:t>
            </a:r>
            <a:r>
              <a:rPr dirty="0" sz="175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585858"/>
                </a:solidFill>
                <a:latin typeface="Calibri"/>
                <a:cs typeface="Calibri"/>
              </a:rPr>
              <a:t>weeks.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1519" y="1737360"/>
            <a:ext cx="1711960" cy="731520"/>
          </a:xfrm>
          <a:custGeom>
            <a:avLst/>
            <a:gdLst/>
            <a:ahLst/>
            <a:cxnLst/>
            <a:rect l="l" t="t" r="r" b="b"/>
            <a:pathLst>
              <a:path w="1711960" h="731519">
                <a:moveTo>
                  <a:pt x="1674876" y="0"/>
                </a:moveTo>
                <a:lnTo>
                  <a:pt x="36576" y="0"/>
                </a:lnTo>
                <a:lnTo>
                  <a:pt x="22336" y="2875"/>
                </a:lnTo>
                <a:lnTo>
                  <a:pt x="10710" y="10715"/>
                </a:lnTo>
                <a:lnTo>
                  <a:pt x="2873" y="22342"/>
                </a:lnTo>
                <a:lnTo>
                  <a:pt x="0" y="36575"/>
                </a:lnTo>
                <a:lnTo>
                  <a:pt x="0" y="694944"/>
                </a:lnTo>
                <a:lnTo>
                  <a:pt x="2873" y="709177"/>
                </a:lnTo>
                <a:lnTo>
                  <a:pt x="10710" y="720804"/>
                </a:lnTo>
                <a:lnTo>
                  <a:pt x="22336" y="728644"/>
                </a:lnTo>
                <a:lnTo>
                  <a:pt x="36576" y="731519"/>
                </a:lnTo>
                <a:lnTo>
                  <a:pt x="1674876" y="731519"/>
                </a:lnTo>
                <a:lnTo>
                  <a:pt x="1689109" y="728644"/>
                </a:lnTo>
                <a:lnTo>
                  <a:pt x="1700736" y="720804"/>
                </a:lnTo>
                <a:lnTo>
                  <a:pt x="1708576" y="709177"/>
                </a:lnTo>
                <a:lnTo>
                  <a:pt x="1711452" y="694944"/>
                </a:lnTo>
                <a:lnTo>
                  <a:pt x="1711452" y="36575"/>
                </a:lnTo>
                <a:lnTo>
                  <a:pt x="1708576" y="22342"/>
                </a:lnTo>
                <a:lnTo>
                  <a:pt x="1700736" y="10715"/>
                </a:lnTo>
                <a:lnTo>
                  <a:pt x="1689109" y="2875"/>
                </a:lnTo>
                <a:lnTo>
                  <a:pt x="167487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218946" y="1832355"/>
            <a:ext cx="736600" cy="516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b="1">
                <a:solidFill>
                  <a:srgbClr val="FFFFFF"/>
                </a:solidFill>
                <a:latin typeface="Calibri"/>
                <a:cs typeface="Calibri"/>
              </a:rPr>
              <a:t>Phase</a:t>
            </a:r>
            <a:r>
              <a:rPr dirty="0" sz="1750" spc="-50" b="1">
                <a:solidFill>
                  <a:srgbClr val="FFFFFF"/>
                </a:solidFill>
                <a:latin typeface="Calibri"/>
                <a:cs typeface="Calibri"/>
              </a:rPr>
              <a:t> 1</a:t>
            </a:r>
            <a:endParaRPr sz="1750">
              <a:latin typeface="Calibri"/>
              <a:cs typeface="Calibri"/>
            </a:endParaRPr>
          </a:p>
          <a:p>
            <a:pPr marL="85090">
              <a:lnSpc>
                <a:spcPct val="100000"/>
              </a:lnSpc>
              <a:spcBef>
                <a:spcPts val="20"/>
              </a:spcBef>
            </a:pPr>
            <a:r>
              <a:rPr dirty="0" sz="1450">
                <a:solidFill>
                  <a:srgbClr val="FFFFFF"/>
                </a:solidFill>
                <a:latin typeface="Calibri"/>
                <a:cs typeface="Calibri"/>
              </a:rPr>
              <a:t>Week</a:t>
            </a:r>
            <a:r>
              <a:rPr dirty="0" sz="14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-5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34411" y="1737360"/>
            <a:ext cx="1711960" cy="731520"/>
          </a:xfrm>
          <a:custGeom>
            <a:avLst/>
            <a:gdLst/>
            <a:ahLst/>
            <a:cxnLst/>
            <a:rect l="l" t="t" r="r" b="b"/>
            <a:pathLst>
              <a:path w="1711960" h="731519">
                <a:moveTo>
                  <a:pt x="1674876" y="0"/>
                </a:moveTo>
                <a:lnTo>
                  <a:pt x="36576" y="0"/>
                </a:lnTo>
                <a:lnTo>
                  <a:pt x="22342" y="2875"/>
                </a:lnTo>
                <a:lnTo>
                  <a:pt x="10715" y="10715"/>
                </a:lnTo>
                <a:lnTo>
                  <a:pt x="2875" y="22342"/>
                </a:lnTo>
                <a:lnTo>
                  <a:pt x="0" y="36575"/>
                </a:lnTo>
                <a:lnTo>
                  <a:pt x="0" y="694944"/>
                </a:lnTo>
                <a:lnTo>
                  <a:pt x="2875" y="709177"/>
                </a:lnTo>
                <a:lnTo>
                  <a:pt x="10715" y="720804"/>
                </a:lnTo>
                <a:lnTo>
                  <a:pt x="22342" y="728644"/>
                </a:lnTo>
                <a:lnTo>
                  <a:pt x="36576" y="731519"/>
                </a:lnTo>
                <a:lnTo>
                  <a:pt x="1674876" y="731519"/>
                </a:lnTo>
                <a:lnTo>
                  <a:pt x="1689109" y="728644"/>
                </a:lnTo>
                <a:lnTo>
                  <a:pt x="1700736" y="720804"/>
                </a:lnTo>
                <a:lnTo>
                  <a:pt x="1708576" y="709177"/>
                </a:lnTo>
                <a:lnTo>
                  <a:pt x="1711452" y="694944"/>
                </a:lnTo>
                <a:lnTo>
                  <a:pt x="1711452" y="36575"/>
                </a:lnTo>
                <a:lnTo>
                  <a:pt x="1708576" y="22342"/>
                </a:lnTo>
                <a:lnTo>
                  <a:pt x="1700736" y="10715"/>
                </a:lnTo>
                <a:lnTo>
                  <a:pt x="1689109" y="2875"/>
                </a:lnTo>
                <a:lnTo>
                  <a:pt x="1674876" y="0"/>
                </a:lnTo>
                <a:close/>
              </a:path>
            </a:pathLst>
          </a:custGeom>
          <a:solidFill>
            <a:srgbClr val="1F4E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021838" y="1832355"/>
            <a:ext cx="736600" cy="516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b="1">
                <a:solidFill>
                  <a:srgbClr val="FFFFFF"/>
                </a:solidFill>
                <a:latin typeface="Calibri"/>
                <a:cs typeface="Calibri"/>
              </a:rPr>
              <a:t>Phase</a:t>
            </a:r>
            <a:r>
              <a:rPr dirty="0" sz="1750" spc="-50" b="1">
                <a:solidFill>
                  <a:srgbClr val="FFFFFF"/>
                </a:solidFill>
                <a:latin typeface="Calibri"/>
                <a:cs typeface="Calibri"/>
              </a:rPr>
              <a:t> 2</a:t>
            </a:r>
            <a:endParaRPr sz="1750">
              <a:latin typeface="Calibri"/>
              <a:cs typeface="Calibri"/>
            </a:endParaRPr>
          </a:p>
          <a:p>
            <a:pPr marL="84455">
              <a:lnSpc>
                <a:spcPct val="100000"/>
              </a:lnSpc>
              <a:spcBef>
                <a:spcPts val="20"/>
              </a:spcBef>
            </a:pPr>
            <a:r>
              <a:rPr dirty="0" sz="1450">
                <a:solidFill>
                  <a:srgbClr val="FFFFFF"/>
                </a:solidFill>
                <a:latin typeface="Calibri"/>
                <a:cs typeface="Calibri"/>
              </a:rPr>
              <a:t>Week</a:t>
            </a:r>
            <a:r>
              <a:rPr dirty="0" sz="14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-5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337303" y="1737360"/>
            <a:ext cx="1711960" cy="731520"/>
          </a:xfrm>
          <a:custGeom>
            <a:avLst/>
            <a:gdLst/>
            <a:ahLst/>
            <a:cxnLst/>
            <a:rect l="l" t="t" r="r" b="b"/>
            <a:pathLst>
              <a:path w="1711960" h="731519">
                <a:moveTo>
                  <a:pt x="1674876" y="0"/>
                </a:moveTo>
                <a:lnTo>
                  <a:pt x="36576" y="0"/>
                </a:lnTo>
                <a:lnTo>
                  <a:pt x="22342" y="2875"/>
                </a:lnTo>
                <a:lnTo>
                  <a:pt x="10715" y="10715"/>
                </a:lnTo>
                <a:lnTo>
                  <a:pt x="2875" y="22342"/>
                </a:lnTo>
                <a:lnTo>
                  <a:pt x="0" y="36575"/>
                </a:lnTo>
                <a:lnTo>
                  <a:pt x="0" y="694944"/>
                </a:lnTo>
                <a:lnTo>
                  <a:pt x="2875" y="709177"/>
                </a:lnTo>
                <a:lnTo>
                  <a:pt x="10715" y="720804"/>
                </a:lnTo>
                <a:lnTo>
                  <a:pt x="22342" y="728644"/>
                </a:lnTo>
                <a:lnTo>
                  <a:pt x="36576" y="731519"/>
                </a:lnTo>
                <a:lnTo>
                  <a:pt x="1674876" y="731519"/>
                </a:lnTo>
                <a:lnTo>
                  <a:pt x="1689109" y="728644"/>
                </a:lnTo>
                <a:lnTo>
                  <a:pt x="1700736" y="720804"/>
                </a:lnTo>
                <a:lnTo>
                  <a:pt x="1708576" y="709177"/>
                </a:lnTo>
                <a:lnTo>
                  <a:pt x="1711452" y="694944"/>
                </a:lnTo>
                <a:lnTo>
                  <a:pt x="1711452" y="36575"/>
                </a:lnTo>
                <a:lnTo>
                  <a:pt x="1708576" y="22342"/>
                </a:lnTo>
                <a:lnTo>
                  <a:pt x="1700736" y="10715"/>
                </a:lnTo>
                <a:lnTo>
                  <a:pt x="1689109" y="2875"/>
                </a:lnTo>
                <a:lnTo>
                  <a:pt x="1674876" y="0"/>
                </a:lnTo>
                <a:close/>
              </a:path>
            </a:pathLst>
          </a:custGeom>
          <a:solidFill>
            <a:srgbClr val="0F8F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786121" y="1832355"/>
            <a:ext cx="814069" cy="516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1750" b="1">
                <a:solidFill>
                  <a:srgbClr val="FFFFFF"/>
                </a:solidFill>
                <a:latin typeface="Calibri"/>
                <a:cs typeface="Calibri"/>
              </a:rPr>
              <a:t>Phase</a:t>
            </a:r>
            <a:r>
              <a:rPr dirty="0" sz="1750" spc="-50" b="1">
                <a:solidFill>
                  <a:srgbClr val="FFFFFF"/>
                </a:solidFill>
                <a:latin typeface="Calibri"/>
                <a:cs typeface="Calibri"/>
              </a:rPr>
              <a:t> 3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450">
                <a:solidFill>
                  <a:srgbClr val="FFFFFF"/>
                </a:solidFill>
                <a:latin typeface="Calibri"/>
                <a:cs typeface="Calibri"/>
              </a:rPr>
              <a:t>Weeks</a:t>
            </a:r>
            <a:r>
              <a:rPr dirty="0" sz="14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-20">
                <a:solidFill>
                  <a:srgbClr val="FFFFFF"/>
                </a:solidFill>
                <a:latin typeface="Calibri"/>
                <a:cs typeface="Calibri"/>
              </a:rPr>
              <a:t>3-</a:t>
            </a:r>
            <a:r>
              <a:rPr dirty="0" sz="1450" spc="-5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140196" y="1737360"/>
            <a:ext cx="1711960" cy="731520"/>
          </a:xfrm>
          <a:custGeom>
            <a:avLst/>
            <a:gdLst/>
            <a:ahLst/>
            <a:cxnLst/>
            <a:rect l="l" t="t" r="r" b="b"/>
            <a:pathLst>
              <a:path w="1711959" h="731519">
                <a:moveTo>
                  <a:pt x="1674876" y="0"/>
                </a:moveTo>
                <a:lnTo>
                  <a:pt x="36576" y="0"/>
                </a:lnTo>
                <a:lnTo>
                  <a:pt x="22342" y="2875"/>
                </a:lnTo>
                <a:lnTo>
                  <a:pt x="10715" y="10715"/>
                </a:lnTo>
                <a:lnTo>
                  <a:pt x="2875" y="22342"/>
                </a:lnTo>
                <a:lnTo>
                  <a:pt x="0" y="36575"/>
                </a:lnTo>
                <a:lnTo>
                  <a:pt x="0" y="694944"/>
                </a:lnTo>
                <a:lnTo>
                  <a:pt x="2875" y="709177"/>
                </a:lnTo>
                <a:lnTo>
                  <a:pt x="10715" y="720804"/>
                </a:lnTo>
                <a:lnTo>
                  <a:pt x="22342" y="728644"/>
                </a:lnTo>
                <a:lnTo>
                  <a:pt x="36576" y="731519"/>
                </a:lnTo>
                <a:lnTo>
                  <a:pt x="1674876" y="731519"/>
                </a:lnTo>
                <a:lnTo>
                  <a:pt x="1689109" y="728644"/>
                </a:lnTo>
                <a:lnTo>
                  <a:pt x="1700736" y="720804"/>
                </a:lnTo>
                <a:lnTo>
                  <a:pt x="1708576" y="709177"/>
                </a:lnTo>
                <a:lnTo>
                  <a:pt x="1711452" y="694944"/>
                </a:lnTo>
                <a:lnTo>
                  <a:pt x="1711452" y="36575"/>
                </a:lnTo>
                <a:lnTo>
                  <a:pt x="1708576" y="22342"/>
                </a:lnTo>
                <a:lnTo>
                  <a:pt x="1700736" y="10715"/>
                </a:lnTo>
                <a:lnTo>
                  <a:pt x="1689109" y="2875"/>
                </a:lnTo>
                <a:lnTo>
                  <a:pt x="1674876" y="0"/>
                </a:lnTo>
                <a:close/>
              </a:path>
            </a:pathLst>
          </a:custGeom>
          <a:solidFill>
            <a:srgbClr val="C677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589014" y="1832355"/>
            <a:ext cx="814069" cy="516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1750" b="1">
                <a:solidFill>
                  <a:srgbClr val="FFFFFF"/>
                </a:solidFill>
                <a:latin typeface="Calibri"/>
                <a:cs typeface="Calibri"/>
              </a:rPr>
              <a:t>Phase</a:t>
            </a:r>
            <a:r>
              <a:rPr dirty="0" sz="1750" spc="-50" b="1">
                <a:solidFill>
                  <a:srgbClr val="FFFFFF"/>
                </a:solidFill>
                <a:latin typeface="Calibri"/>
                <a:cs typeface="Calibri"/>
              </a:rPr>
              <a:t> 4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450">
                <a:solidFill>
                  <a:srgbClr val="FFFFFF"/>
                </a:solidFill>
                <a:latin typeface="Calibri"/>
                <a:cs typeface="Calibri"/>
              </a:rPr>
              <a:t>Weeks</a:t>
            </a:r>
            <a:r>
              <a:rPr dirty="0" sz="14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-20">
                <a:solidFill>
                  <a:srgbClr val="FFFFFF"/>
                </a:solidFill>
                <a:latin typeface="Calibri"/>
                <a:cs typeface="Calibri"/>
              </a:rPr>
              <a:t>5-</a:t>
            </a:r>
            <a:r>
              <a:rPr dirty="0" sz="1450" spc="-5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943088" y="1737360"/>
            <a:ext cx="1711960" cy="731520"/>
          </a:xfrm>
          <a:custGeom>
            <a:avLst/>
            <a:gdLst/>
            <a:ahLst/>
            <a:cxnLst/>
            <a:rect l="l" t="t" r="r" b="b"/>
            <a:pathLst>
              <a:path w="1711959" h="731519">
                <a:moveTo>
                  <a:pt x="1674876" y="0"/>
                </a:moveTo>
                <a:lnTo>
                  <a:pt x="36576" y="0"/>
                </a:lnTo>
                <a:lnTo>
                  <a:pt x="22342" y="2875"/>
                </a:lnTo>
                <a:lnTo>
                  <a:pt x="10715" y="10715"/>
                </a:lnTo>
                <a:lnTo>
                  <a:pt x="2875" y="22342"/>
                </a:lnTo>
                <a:lnTo>
                  <a:pt x="0" y="36575"/>
                </a:lnTo>
                <a:lnTo>
                  <a:pt x="0" y="694944"/>
                </a:lnTo>
                <a:lnTo>
                  <a:pt x="2875" y="709177"/>
                </a:lnTo>
                <a:lnTo>
                  <a:pt x="10715" y="720804"/>
                </a:lnTo>
                <a:lnTo>
                  <a:pt x="22342" y="728644"/>
                </a:lnTo>
                <a:lnTo>
                  <a:pt x="36576" y="731519"/>
                </a:lnTo>
                <a:lnTo>
                  <a:pt x="1674876" y="731519"/>
                </a:lnTo>
                <a:lnTo>
                  <a:pt x="1689109" y="728644"/>
                </a:lnTo>
                <a:lnTo>
                  <a:pt x="1700736" y="720804"/>
                </a:lnTo>
                <a:lnTo>
                  <a:pt x="1708576" y="709177"/>
                </a:lnTo>
                <a:lnTo>
                  <a:pt x="1711452" y="694944"/>
                </a:lnTo>
                <a:lnTo>
                  <a:pt x="1711452" y="36575"/>
                </a:lnTo>
                <a:lnTo>
                  <a:pt x="1708576" y="22342"/>
                </a:lnTo>
                <a:lnTo>
                  <a:pt x="1700736" y="10715"/>
                </a:lnTo>
                <a:lnTo>
                  <a:pt x="1689109" y="2875"/>
                </a:lnTo>
                <a:lnTo>
                  <a:pt x="167487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8431021" y="1832355"/>
            <a:ext cx="736600" cy="516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b="1">
                <a:solidFill>
                  <a:srgbClr val="FFFFFF"/>
                </a:solidFill>
                <a:latin typeface="Calibri"/>
                <a:cs typeface="Calibri"/>
              </a:rPr>
              <a:t>Phase</a:t>
            </a:r>
            <a:r>
              <a:rPr dirty="0" sz="1750" spc="-50" b="1">
                <a:solidFill>
                  <a:srgbClr val="FFFFFF"/>
                </a:solidFill>
                <a:latin typeface="Calibri"/>
                <a:cs typeface="Calibri"/>
              </a:rPr>
              <a:t> 5</a:t>
            </a:r>
            <a:endParaRPr sz="1750">
              <a:latin typeface="Calibri"/>
              <a:cs typeface="Calibri"/>
            </a:endParaRPr>
          </a:p>
          <a:p>
            <a:pPr marL="84455">
              <a:lnSpc>
                <a:spcPct val="100000"/>
              </a:lnSpc>
              <a:spcBef>
                <a:spcPts val="20"/>
              </a:spcBef>
            </a:pPr>
            <a:r>
              <a:rPr dirty="0" sz="1450">
                <a:solidFill>
                  <a:srgbClr val="FFFFFF"/>
                </a:solidFill>
                <a:latin typeface="Calibri"/>
                <a:cs typeface="Calibri"/>
              </a:rPr>
              <a:t>Week</a:t>
            </a:r>
            <a:r>
              <a:rPr dirty="0" sz="14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-5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745980" y="1737360"/>
            <a:ext cx="1711960" cy="731520"/>
          </a:xfrm>
          <a:custGeom>
            <a:avLst/>
            <a:gdLst/>
            <a:ahLst/>
            <a:cxnLst/>
            <a:rect l="l" t="t" r="r" b="b"/>
            <a:pathLst>
              <a:path w="1711959" h="731519">
                <a:moveTo>
                  <a:pt x="1674876" y="0"/>
                </a:moveTo>
                <a:lnTo>
                  <a:pt x="36576" y="0"/>
                </a:lnTo>
                <a:lnTo>
                  <a:pt x="22342" y="2875"/>
                </a:lnTo>
                <a:lnTo>
                  <a:pt x="10715" y="10715"/>
                </a:lnTo>
                <a:lnTo>
                  <a:pt x="2875" y="22342"/>
                </a:lnTo>
                <a:lnTo>
                  <a:pt x="0" y="36575"/>
                </a:lnTo>
                <a:lnTo>
                  <a:pt x="0" y="694944"/>
                </a:lnTo>
                <a:lnTo>
                  <a:pt x="2875" y="709177"/>
                </a:lnTo>
                <a:lnTo>
                  <a:pt x="10715" y="720804"/>
                </a:lnTo>
                <a:lnTo>
                  <a:pt x="22342" y="728644"/>
                </a:lnTo>
                <a:lnTo>
                  <a:pt x="36576" y="731519"/>
                </a:lnTo>
                <a:lnTo>
                  <a:pt x="1674876" y="731519"/>
                </a:lnTo>
                <a:lnTo>
                  <a:pt x="1689109" y="728644"/>
                </a:lnTo>
                <a:lnTo>
                  <a:pt x="1700736" y="720804"/>
                </a:lnTo>
                <a:lnTo>
                  <a:pt x="1708576" y="709177"/>
                </a:lnTo>
                <a:lnTo>
                  <a:pt x="1711452" y="694944"/>
                </a:lnTo>
                <a:lnTo>
                  <a:pt x="1711452" y="36575"/>
                </a:lnTo>
                <a:lnTo>
                  <a:pt x="1708576" y="22342"/>
                </a:lnTo>
                <a:lnTo>
                  <a:pt x="1700736" y="10715"/>
                </a:lnTo>
                <a:lnTo>
                  <a:pt x="1689109" y="2875"/>
                </a:lnTo>
                <a:lnTo>
                  <a:pt x="1674876" y="0"/>
                </a:lnTo>
                <a:close/>
              </a:path>
            </a:pathLst>
          </a:custGeom>
          <a:solidFill>
            <a:srgbClr val="1F4E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0233914" y="1832355"/>
            <a:ext cx="736600" cy="516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b="1">
                <a:solidFill>
                  <a:srgbClr val="FFFFFF"/>
                </a:solidFill>
                <a:latin typeface="Calibri"/>
                <a:cs typeface="Calibri"/>
              </a:rPr>
              <a:t>Phase</a:t>
            </a:r>
            <a:r>
              <a:rPr dirty="0" sz="1750" spc="-50" b="1">
                <a:solidFill>
                  <a:srgbClr val="FFFFFF"/>
                </a:solidFill>
                <a:latin typeface="Calibri"/>
                <a:cs typeface="Calibri"/>
              </a:rPr>
              <a:t> 6</a:t>
            </a:r>
            <a:endParaRPr sz="1750">
              <a:latin typeface="Calibri"/>
              <a:cs typeface="Calibri"/>
            </a:endParaRPr>
          </a:p>
          <a:p>
            <a:pPr marL="84455">
              <a:lnSpc>
                <a:spcPct val="100000"/>
              </a:lnSpc>
              <a:spcBef>
                <a:spcPts val="20"/>
              </a:spcBef>
            </a:pPr>
            <a:r>
              <a:rPr dirty="0" sz="1450">
                <a:solidFill>
                  <a:srgbClr val="FFFFFF"/>
                </a:solidFill>
                <a:latin typeface="Calibri"/>
                <a:cs typeface="Calibri"/>
              </a:rPr>
              <a:t>Week</a:t>
            </a:r>
            <a:r>
              <a:rPr dirty="0" sz="14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-5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31519" y="2468879"/>
            <a:ext cx="1711960" cy="1920239"/>
          </a:xfrm>
          <a:custGeom>
            <a:avLst/>
            <a:gdLst/>
            <a:ahLst/>
            <a:cxnLst/>
            <a:rect l="l" t="t" r="r" b="b"/>
            <a:pathLst>
              <a:path w="1711960" h="1920239">
                <a:moveTo>
                  <a:pt x="1625854" y="0"/>
                </a:moveTo>
                <a:lnTo>
                  <a:pt x="85572" y="0"/>
                </a:lnTo>
                <a:lnTo>
                  <a:pt x="52265" y="6731"/>
                </a:lnTo>
                <a:lnTo>
                  <a:pt x="25065" y="25082"/>
                </a:lnTo>
                <a:lnTo>
                  <a:pt x="6725" y="52292"/>
                </a:lnTo>
                <a:lnTo>
                  <a:pt x="0" y="85598"/>
                </a:lnTo>
                <a:lnTo>
                  <a:pt x="0" y="1834642"/>
                </a:lnTo>
                <a:lnTo>
                  <a:pt x="6725" y="1867947"/>
                </a:lnTo>
                <a:lnTo>
                  <a:pt x="25065" y="1895157"/>
                </a:lnTo>
                <a:lnTo>
                  <a:pt x="52265" y="1913509"/>
                </a:lnTo>
                <a:lnTo>
                  <a:pt x="85572" y="1920240"/>
                </a:lnTo>
                <a:lnTo>
                  <a:pt x="1625854" y="1920240"/>
                </a:lnTo>
                <a:lnTo>
                  <a:pt x="1659159" y="1913509"/>
                </a:lnTo>
                <a:lnTo>
                  <a:pt x="1686369" y="1895157"/>
                </a:lnTo>
                <a:lnTo>
                  <a:pt x="1704720" y="1867947"/>
                </a:lnTo>
                <a:lnTo>
                  <a:pt x="1711452" y="1834642"/>
                </a:lnTo>
                <a:lnTo>
                  <a:pt x="1711452" y="85598"/>
                </a:lnTo>
                <a:lnTo>
                  <a:pt x="1704720" y="52292"/>
                </a:lnTo>
                <a:lnTo>
                  <a:pt x="1686369" y="25082"/>
                </a:lnTo>
                <a:lnTo>
                  <a:pt x="1659159" y="6731"/>
                </a:lnTo>
                <a:lnTo>
                  <a:pt x="1625854" y="0"/>
                </a:lnTo>
                <a:close/>
              </a:path>
            </a:pathLst>
          </a:custGeom>
          <a:solidFill>
            <a:srgbClr val="FC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53694" y="2466247"/>
            <a:ext cx="1384935" cy="145478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750" b="1">
                <a:solidFill>
                  <a:srgbClr val="C00000"/>
                </a:solidFill>
                <a:latin typeface="Calibri"/>
                <a:cs typeface="Calibri"/>
              </a:rPr>
              <a:t>Problem</a:t>
            </a:r>
            <a:r>
              <a:rPr dirty="0" sz="175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750" spc="-10" b="1">
                <a:solidFill>
                  <a:srgbClr val="C00000"/>
                </a:solidFill>
                <a:latin typeface="Calibri"/>
                <a:cs typeface="Calibri"/>
              </a:rPr>
              <a:t>Study</a:t>
            </a:r>
            <a:endParaRPr sz="175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615"/>
              </a:spcBef>
              <a:buClr>
                <a:srgbClr val="C00000"/>
              </a:buClr>
              <a:buChar char="•"/>
              <a:tabLst>
                <a:tab pos="194945" algn="l"/>
              </a:tabLst>
            </a:pPr>
            <a:r>
              <a:rPr dirty="0" sz="1550">
                <a:solidFill>
                  <a:srgbClr val="252525"/>
                </a:solidFill>
                <a:latin typeface="Calibri"/>
                <a:cs typeface="Calibri"/>
              </a:rPr>
              <a:t>Study</a:t>
            </a:r>
            <a:r>
              <a:rPr dirty="0" sz="155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252525"/>
                </a:solidFill>
                <a:latin typeface="Calibri"/>
                <a:cs typeface="Calibri"/>
              </a:rPr>
              <a:t>current</a:t>
            </a:r>
            <a:endParaRPr sz="155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</a:pPr>
            <a:r>
              <a:rPr dirty="0" sz="1550" spc="-10">
                <a:solidFill>
                  <a:srgbClr val="252525"/>
                </a:solidFill>
                <a:latin typeface="Calibri"/>
                <a:cs typeface="Calibri"/>
              </a:rPr>
              <a:t>system</a:t>
            </a:r>
            <a:endParaRPr sz="1550">
              <a:latin typeface="Calibri"/>
              <a:cs typeface="Calibri"/>
            </a:endParaRPr>
          </a:p>
          <a:p>
            <a:pPr marL="195580" marR="95885" indent="-182880">
              <a:lnSpc>
                <a:spcPct val="100000"/>
              </a:lnSpc>
              <a:spcBef>
                <a:spcPts val="400"/>
              </a:spcBef>
              <a:buClr>
                <a:srgbClr val="C00000"/>
              </a:buClr>
              <a:buChar char="•"/>
              <a:tabLst>
                <a:tab pos="195580" algn="l"/>
              </a:tabLst>
            </a:pPr>
            <a:r>
              <a:rPr dirty="0" sz="1550" spc="-10">
                <a:solidFill>
                  <a:srgbClr val="252525"/>
                </a:solidFill>
                <a:latin typeface="Calibri"/>
                <a:cs typeface="Calibri"/>
              </a:rPr>
              <a:t>Finalize requirements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34411" y="2468879"/>
            <a:ext cx="1711960" cy="1920239"/>
          </a:xfrm>
          <a:custGeom>
            <a:avLst/>
            <a:gdLst/>
            <a:ahLst/>
            <a:cxnLst/>
            <a:rect l="l" t="t" r="r" b="b"/>
            <a:pathLst>
              <a:path w="1711960" h="1920239">
                <a:moveTo>
                  <a:pt x="1625854" y="0"/>
                </a:moveTo>
                <a:lnTo>
                  <a:pt x="85598" y="0"/>
                </a:lnTo>
                <a:lnTo>
                  <a:pt x="52292" y="6731"/>
                </a:lnTo>
                <a:lnTo>
                  <a:pt x="25082" y="25082"/>
                </a:lnTo>
                <a:lnTo>
                  <a:pt x="6731" y="52292"/>
                </a:lnTo>
                <a:lnTo>
                  <a:pt x="0" y="85598"/>
                </a:lnTo>
                <a:lnTo>
                  <a:pt x="0" y="1834642"/>
                </a:lnTo>
                <a:lnTo>
                  <a:pt x="6730" y="1867947"/>
                </a:lnTo>
                <a:lnTo>
                  <a:pt x="25082" y="1895157"/>
                </a:lnTo>
                <a:lnTo>
                  <a:pt x="52292" y="1913509"/>
                </a:lnTo>
                <a:lnTo>
                  <a:pt x="85598" y="1920240"/>
                </a:lnTo>
                <a:lnTo>
                  <a:pt x="1625854" y="1920240"/>
                </a:lnTo>
                <a:lnTo>
                  <a:pt x="1659159" y="1913509"/>
                </a:lnTo>
                <a:lnTo>
                  <a:pt x="1686369" y="1895157"/>
                </a:lnTo>
                <a:lnTo>
                  <a:pt x="1704720" y="1867947"/>
                </a:lnTo>
                <a:lnTo>
                  <a:pt x="1711452" y="1834642"/>
                </a:lnTo>
                <a:lnTo>
                  <a:pt x="1711452" y="85598"/>
                </a:lnTo>
                <a:lnTo>
                  <a:pt x="1704720" y="52292"/>
                </a:lnTo>
                <a:lnTo>
                  <a:pt x="1686369" y="25082"/>
                </a:lnTo>
                <a:lnTo>
                  <a:pt x="1659159" y="6731"/>
                </a:lnTo>
                <a:lnTo>
                  <a:pt x="1625854" y="0"/>
                </a:lnTo>
                <a:close/>
              </a:path>
            </a:pathLst>
          </a:custGeom>
          <a:solidFill>
            <a:srgbClr val="E8ED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656585" y="2466247"/>
            <a:ext cx="1398270" cy="982344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750" spc="-10" b="1">
                <a:solidFill>
                  <a:srgbClr val="1F4E9E"/>
                </a:solidFill>
                <a:latin typeface="Calibri"/>
                <a:cs typeface="Calibri"/>
              </a:rPr>
              <a:t>Design</a:t>
            </a:r>
            <a:endParaRPr sz="175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615"/>
              </a:spcBef>
              <a:buClr>
                <a:srgbClr val="1F4E9E"/>
              </a:buClr>
              <a:buChar char="•"/>
              <a:tabLst>
                <a:tab pos="194945" algn="l"/>
              </a:tabLst>
            </a:pPr>
            <a:r>
              <a:rPr dirty="0" sz="1550">
                <a:solidFill>
                  <a:srgbClr val="252525"/>
                </a:solidFill>
                <a:latin typeface="Calibri"/>
                <a:cs typeface="Calibri"/>
              </a:rPr>
              <a:t>Select</a:t>
            </a:r>
            <a:r>
              <a:rPr dirty="0" sz="155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252525"/>
                </a:solidFill>
                <a:latin typeface="Calibri"/>
                <a:cs typeface="Calibri"/>
              </a:rPr>
              <a:t>features</a:t>
            </a:r>
            <a:endParaRPr sz="155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400"/>
              </a:spcBef>
              <a:buClr>
                <a:srgbClr val="1F4E9E"/>
              </a:buClr>
              <a:buChar char="•"/>
              <a:tabLst>
                <a:tab pos="194945" algn="l"/>
              </a:tabLst>
            </a:pPr>
            <a:r>
              <a:rPr dirty="0" sz="1550">
                <a:solidFill>
                  <a:srgbClr val="252525"/>
                </a:solidFill>
                <a:latin typeface="Calibri"/>
                <a:cs typeface="Calibri"/>
              </a:rPr>
              <a:t>Design</a:t>
            </a:r>
            <a:r>
              <a:rPr dirty="0" sz="155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252525"/>
                </a:solidFill>
                <a:latin typeface="Calibri"/>
                <a:cs typeface="Calibri"/>
              </a:rPr>
              <a:t>screens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337303" y="2468879"/>
            <a:ext cx="1711960" cy="1920239"/>
          </a:xfrm>
          <a:custGeom>
            <a:avLst/>
            <a:gdLst/>
            <a:ahLst/>
            <a:cxnLst/>
            <a:rect l="l" t="t" r="r" b="b"/>
            <a:pathLst>
              <a:path w="1711960" h="1920239">
                <a:moveTo>
                  <a:pt x="1625854" y="0"/>
                </a:moveTo>
                <a:lnTo>
                  <a:pt x="85598" y="0"/>
                </a:lnTo>
                <a:lnTo>
                  <a:pt x="52292" y="6731"/>
                </a:lnTo>
                <a:lnTo>
                  <a:pt x="25082" y="25082"/>
                </a:lnTo>
                <a:lnTo>
                  <a:pt x="6731" y="52292"/>
                </a:lnTo>
                <a:lnTo>
                  <a:pt x="0" y="85598"/>
                </a:lnTo>
                <a:lnTo>
                  <a:pt x="0" y="1834642"/>
                </a:lnTo>
                <a:lnTo>
                  <a:pt x="6730" y="1867947"/>
                </a:lnTo>
                <a:lnTo>
                  <a:pt x="25082" y="1895157"/>
                </a:lnTo>
                <a:lnTo>
                  <a:pt x="52292" y="1913509"/>
                </a:lnTo>
                <a:lnTo>
                  <a:pt x="85598" y="1920240"/>
                </a:lnTo>
                <a:lnTo>
                  <a:pt x="1625854" y="1920240"/>
                </a:lnTo>
                <a:lnTo>
                  <a:pt x="1659159" y="1913509"/>
                </a:lnTo>
                <a:lnTo>
                  <a:pt x="1686369" y="1895157"/>
                </a:lnTo>
                <a:lnTo>
                  <a:pt x="1704720" y="1867947"/>
                </a:lnTo>
                <a:lnTo>
                  <a:pt x="1711452" y="1834642"/>
                </a:lnTo>
                <a:lnTo>
                  <a:pt x="1711452" y="85598"/>
                </a:lnTo>
                <a:lnTo>
                  <a:pt x="1704720" y="52292"/>
                </a:lnTo>
                <a:lnTo>
                  <a:pt x="1686369" y="25082"/>
                </a:lnTo>
                <a:lnTo>
                  <a:pt x="1659159" y="6731"/>
                </a:lnTo>
                <a:lnTo>
                  <a:pt x="1625854" y="0"/>
                </a:lnTo>
                <a:close/>
              </a:path>
            </a:pathLst>
          </a:custGeom>
          <a:solidFill>
            <a:srgbClr val="E6F5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459732" y="2466247"/>
            <a:ext cx="1276350" cy="145478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750" spc="-10" b="1">
                <a:solidFill>
                  <a:srgbClr val="0F8F79"/>
                </a:solidFill>
                <a:latin typeface="Calibri"/>
                <a:cs typeface="Calibri"/>
              </a:rPr>
              <a:t>Development</a:t>
            </a:r>
            <a:endParaRPr sz="175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615"/>
              </a:spcBef>
              <a:buClr>
                <a:srgbClr val="0F8F79"/>
              </a:buClr>
              <a:buChar char="•"/>
              <a:tabLst>
                <a:tab pos="194945" algn="l"/>
              </a:tabLst>
            </a:pPr>
            <a:r>
              <a:rPr dirty="0" sz="1550">
                <a:solidFill>
                  <a:srgbClr val="252525"/>
                </a:solidFill>
                <a:latin typeface="Calibri"/>
                <a:cs typeface="Calibri"/>
              </a:rPr>
              <a:t>Login</a:t>
            </a:r>
            <a:r>
              <a:rPr dirty="0" sz="155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155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550" spc="-25">
                <a:solidFill>
                  <a:srgbClr val="252525"/>
                </a:solidFill>
                <a:latin typeface="Calibri"/>
                <a:cs typeface="Calibri"/>
              </a:rPr>
              <a:t>QR</a:t>
            </a:r>
            <a:endParaRPr sz="155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</a:pPr>
            <a:r>
              <a:rPr dirty="0" sz="1550" spc="-20">
                <a:solidFill>
                  <a:srgbClr val="252525"/>
                </a:solidFill>
                <a:latin typeface="Calibri"/>
                <a:cs typeface="Calibri"/>
              </a:rPr>
              <a:t>scan</a:t>
            </a:r>
            <a:endParaRPr sz="1550">
              <a:latin typeface="Calibri"/>
              <a:cs typeface="Calibri"/>
            </a:endParaRPr>
          </a:p>
          <a:p>
            <a:pPr marL="194945" marR="342265" indent="-182880">
              <a:lnSpc>
                <a:spcPct val="100000"/>
              </a:lnSpc>
              <a:spcBef>
                <a:spcPts val="400"/>
              </a:spcBef>
              <a:buClr>
                <a:srgbClr val="0F8F79"/>
              </a:buClr>
              <a:buChar char="•"/>
              <a:tabLst>
                <a:tab pos="194945" algn="l"/>
              </a:tabLst>
            </a:pPr>
            <a:r>
              <a:rPr dirty="0" sz="1550" spc="-10">
                <a:solidFill>
                  <a:srgbClr val="252525"/>
                </a:solidFill>
                <a:latin typeface="Calibri"/>
                <a:cs typeface="Calibri"/>
              </a:rPr>
              <a:t>Connect database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140196" y="2468879"/>
            <a:ext cx="1711960" cy="1920239"/>
          </a:xfrm>
          <a:custGeom>
            <a:avLst/>
            <a:gdLst/>
            <a:ahLst/>
            <a:cxnLst/>
            <a:rect l="l" t="t" r="r" b="b"/>
            <a:pathLst>
              <a:path w="1711959" h="1920239">
                <a:moveTo>
                  <a:pt x="1625854" y="0"/>
                </a:moveTo>
                <a:lnTo>
                  <a:pt x="85598" y="0"/>
                </a:lnTo>
                <a:lnTo>
                  <a:pt x="52292" y="6731"/>
                </a:lnTo>
                <a:lnTo>
                  <a:pt x="25082" y="25082"/>
                </a:lnTo>
                <a:lnTo>
                  <a:pt x="6731" y="52292"/>
                </a:lnTo>
                <a:lnTo>
                  <a:pt x="0" y="85598"/>
                </a:lnTo>
                <a:lnTo>
                  <a:pt x="0" y="1834642"/>
                </a:lnTo>
                <a:lnTo>
                  <a:pt x="6730" y="1867947"/>
                </a:lnTo>
                <a:lnTo>
                  <a:pt x="25082" y="1895157"/>
                </a:lnTo>
                <a:lnTo>
                  <a:pt x="52292" y="1913509"/>
                </a:lnTo>
                <a:lnTo>
                  <a:pt x="85598" y="1920240"/>
                </a:lnTo>
                <a:lnTo>
                  <a:pt x="1625854" y="1920240"/>
                </a:lnTo>
                <a:lnTo>
                  <a:pt x="1659159" y="1913509"/>
                </a:lnTo>
                <a:lnTo>
                  <a:pt x="1686369" y="1895157"/>
                </a:lnTo>
                <a:lnTo>
                  <a:pt x="1704720" y="1867947"/>
                </a:lnTo>
                <a:lnTo>
                  <a:pt x="1711452" y="1834642"/>
                </a:lnTo>
                <a:lnTo>
                  <a:pt x="1711452" y="85598"/>
                </a:lnTo>
                <a:lnTo>
                  <a:pt x="1704720" y="52292"/>
                </a:lnTo>
                <a:lnTo>
                  <a:pt x="1686369" y="25082"/>
                </a:lnTo>
                <a:lnTo>
                  <a:pt x="1659159" y="6731"/>
                </a:lnTo>
                <a:lnTo>
                  <a:pt x="1625854" y="0"/>
                </a:lnTo>
                <a:close/>
              </a:path>
            </a:pathLst>
          </a:custGeom>
          <a:solidFill>
            <a:srgbClr val="FFF3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262623" y="2466247"/>
            <a:ext cx="1201420" cy="145478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750" spc="-10" b="1">
                <a:solidFill>
                  <a:srgbClr val="C67700"/>
                </a:solidFill>
                <a:latin typeface="Calibri"/>
                <a:cs typeface="Calibri"/>
              </a:rPr>
              <a:t>Analytics</a:t>
            </a:r>
            <a:endParaRPr sz="175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615"/>
              </a:spcBef>
              <a:buClr>
                <a:srgbClr val="C67700"/>
              </a:buClr>
              <a:buChar char="•"/>
              <a:tabLst>
                <a:tab pos="194945" algn="l"/>
              </a:tabLst>
            </a:pPr>
            <a:r>
              <a:rPr dirty="0" sz="1550" spc="-10">
                <a:solidFill>
                  <a:srgbClr val="252525"/>
                </a:solidFill>
                <a:latin typeface="Calibri"/>
                <a:cs typeface="Calibri"/>
              </a:rPr>
              <a:t>Percentage</a:t>
            </a:r>
            <a:endParaRPr sz="155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</a:pPr>
            <a:r>
              <a:rPr dirty="0" sz="1550" spc="-10">
                <a:solidFill>
                  <a:srgbClr val="252525"/>
                </a:solidFill>
                <a:latin typeface="Calibri"/>
                <a:cs typeface="Calibri"/>
              </a:rPr>
              <a:t>calculation</a:t>
            </a:r>
            <a:endParaRPr sz="1550">
              <a:latin typeface="Calibri"/>
              <a:cs typeface="Calibri"/>
            </a:endParaRPr>
          </a:p>
          <a:p>
            <a:pPr marL="194945" marR="5080" indent="-182880">
              <a:lnSpc>
                <a:spcPct val="100000"/>
              </a:lnSpc>
              <a:spcBef>
                <a:spcPts val="400"/>
              </a:spcBef>
              <a:buClr>
                <a:srgbClr val="C67700"/>
              </a:buClr>
              <a:buChar char="•"/>
              <a:tabLst>
                <a:tab pos="194945" algn="l"/>
              </a:tabLst>
            </a:pPr>
            <a:r>
              <a:rPr dirty="0" sz="1550" spc="-10">
                <a:solidFill>
                  <a:srgbClr val="252525"/>
                </a:solidFill>
                <a:latin typeface="Calibri"/>
                <a:cs typeface="Calibri"/>
              </a:rPr>
              <a:t>Dashboards, alerts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943088" y="2468879"/>
            <a:ext cx="1711960" cy="1920239"/>
          </a:xfrm>
          <a:custGeom>
            <a:avLst/>
            <a:gdLst/>
            <a:ahLst/>
            <a:cxnLst/>
            <a:rect l="l" t="t" r="r" b="b"/>
            <a:pathLst>
              <a:path w="1711959" h="1920239">
                <a:moveTo>
                  <a:pt x="1625854" y="0"/>
                </a:moveTo>
                <a:lnTo>
                  <a:pt x="85598" y="0"/>
                </a:lnTo>
                <a:lnTo>
                  <a:pt x="52292" y="6731"/>
                </a:lnTo>
                <a:lnTo>
                  <a:pt x="25082" y="25082"/>
                </a:lnTo>
                <a:lnTo>
                  <a:pt x="6731" y="52292"/>
                </a:lnTo>
                <a:lnTo>
                  <a:pt x="0" y="85598"/>
                </a:lnTo>
                <a:lnTo>
                  <a:pt x="0" y="1834642"/>
                </a:lnTo>
                <a:lnTo>
                  <a:pt x="6730" y="1867947"/>
                </a:lnTo>
                <a:lnTo>
                  <a:pt x="25082" y="1895157"/>
                </a:lnTo>
                <a:lnTo>
                  <a:pt x="52292" y="1913509"/>
                </a:lnTo>
                <a:lnTo>
                  <a:pt x="85598" y="1920240"/>
                </a:lnTo>
                <a:lnTo>
                  <a:pt x="1625854" y="1920240"/>
                </a:lnTo>
                <a:lnTo>
                  <a:pt x="1659159" y="1913509"/>
                </a:lnTo>
                <a:lnTo>
                  <a:pt x="1686369" y="1895157"/>
                </a:lnTo>
                <a:lnTo>
                  <a:pt x="1704720" y="1867947"/>
                </a:lnTo>
                <a:lnTo>
                  <a:pt x="1711452" y="1834642"/>
                </a:lnTo>
                <a:lnTo>
                  <a:pt x="1711452" y="85598"/>
                </a:lnTo>
                <a:lnTo>
                  <a:pt x="1704720" y="52292"/>
                </a:lnTo>
                <a:lnTo>
                  <a:pt x="1686369" y="25082"/>
                </a:lnTo>
                <a:lnTo>
                  <a:pt x="1659159" y="6731"/>
                </a:lnTo>
                <a:lnTo>
                  <a:pt x="1625854" y="0"/>
                </a:lnTo>
                <a:close/>
              </a:path>
            </a:pathLst>
          </a:custGeom>
          <a:solidFill>
            <a:srgbClr val="FC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8065769" y="2466247"/>
            <a:ext cx="1123950" cy="145478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750" spc="-10" b="1">
                <a:solidFill>
                  <a:srgbClr val="C00000"/>
                </a:solidFill>
                <a:latin typeface="Calibri"/>
                <a:cs typeface="Calibri"/>
              </a:rPr>
              <a:t>Testing</a:t>
            </a:r>
            <a:endParaRPr sz="175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615"/>
              </a:spcBef>
              <a:buClr>
                <a:srgbClr val="C00000"/>
              </a:buClr>
              <a:buChar char="•"/>
              <a:tabLst>
                <a:tab pos="194945" algn="l"/>
              </a:tabLst>
            </a:pPr>
            <a:r>
              <a:rPr dirty="0" sz="1550">
                <a:solidFill>
                  <a:srgbClr val="252525"/>
                </a:solidFill>
                <a:latin typeface="Calibri"/>
                <a:cs typeface="Calibri"/>
              </a:rPr>
              <a:t>Test</a:t>
            </a:r>
            <a:r>
              <a:rPr dirty="0" sz="155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155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550" spc="-25">
                <a:solidFill>
                  <a:srgbClr val="252525"/>
                </a:solidFill>
                <a:latin typeface="Calibri"/>
                <a:cs typeface="Calibri"/>
              </a:rPr>
              <a:t>fix</a:t>
            </a:r>
            <a:endParaRPr sz="155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</a:pPr>
            <a:r>
              <a:rPr dirty="0" sz="1550" spc="-10">
                <a:solidFill>
                  <a:srgbClr val="252525"/>
                </a:solidFill>
                <a:latin typeface="Calibri"/>
                <a:cs typeface="Calibri"/>
              </a:rPr>
              <a:t>errors</a:t>
            </a:r>
            <a:endParaRPr sz="1550">
              <a:latin typeface="Calibri"/>
              <a:cs typeface="Calibri"/>
            </a:endParaRPr>
          </a:p>
          <a:p>
            <a:pPr marL="194945" marR="190500" indent="-182880">
              <a:lnSpc>
                <a:spcPct val="100000"/>
              </a:lnSpc>
              <a:spcBef>
                <a:spcPts val="400"/>
              </a:spcBef>
              <a:buClr>
                <a:srgbClr val="C00000"/>
              </a:buClr>
              <a:buChar char="•"/>
              <a:tabLst>
                <a:tab pos="194945" algn="l"/>
              </a:tabLst>
            </a:pPr>
            <a:r>
              <a:rPr dirty="0" sz="1550" spc="-10">
                <a:solidFill>
                  <a:srgbClr val="252525"/>
                </a:solidFill>
                <a:latin typeface="Calibri"/>
                <a:cs typeface="Calibri"/>
              </a:rPr>
              <a:t>Collect feedback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745980" y="2468879"/>
            <a:ext cx="1711960" cy="1920239"/>
          </a:xfrm>
          <a:custGeom>
            <a:avLst/>
            <a:gdLst/>
            <a:ahLst/>
            <a:cxnLst/>
            <a:rect l="l" t="t" r="r" b="b"/>
            <a:pathLst>
              <a:path w="1711959" h="1920239">
                <a:moveTo>
                  <a:pt x="1625854" y="0"/>
                </a:moveTo>
                <a:lnTo>
                  <a:pt x="85598" y="0"/>
                </a:lnTo>
                <a:lnTo>
                  <a:pt x="52292" y="6731"/>
                </a:lnTo>
                <a:lnTo>
                  <a:pt x="25082" y="25082"/>
                </a:lnTo>
                <a:lnTo>
                  <a:pt x="6731" y="52292"/>
                </a:lnTo>
                <a:lnTo>
                  <a:pt x="0" y="85598"/>
                </a:lnTo>
                <a:lnTo>
                  <a:pt x="0" y="1834642"/>
                </a:lnTo>
                <a:lnTo>
                  <a:pt x="6730" y="1867947"/>
                </a:lnTo>
                <a:lnTo>
                  <a:pt x="25082" y="1895157"/>
                </a:lnTo>
                <a:lnTo>
                  <a:pt x="52292" y="1913509"/>
                </a:lnTo>
                <a:lnTo>
                  <a:pt x="85598" y="1920240"/>
                </a:lnTo>
                <a:lnTo>
                  <a:pt x="1625854" y="1920240"/>
                </a:lnTo>
                <a:lnTo>
                  <a:pt x="1659159" y="1913509"/>
                </a:lnTo>
                <a:lnTo>
                  <a:pt x="1686369" y="1895157"/>
                </a:lnTo>
                <a:lnTo>
                  <a:pt x="1704720" y="1867947"/>
                </a:lnTo>
                <a:lnTo>
                  <a:pt x="1711452" y="1834642"/>
                </a:lnTo>
                <a:lnTo>
                  <a:pt x="1711452" y="85598"/>
                </a:lnTo>
                <a:lnTo>
                  <a:pt x="1704720" y="52292"/>
                </a:lnTo>
                <a:lnTo>
                  <a:pt x="1686369" y="25082"/>
                </a:lnTo>
                <a:lnTo>
                  <a:pt x="1659159" y="6731"/>
                </a:lnTo>
                <a:lnTo>
                  <a:pt x="1625854" y="0"/>
                </a:lnTo>
                <a:close/>
              </a:path>
            </a:pathLst>
          </a:custGeom>
          <a:solidFill>
            <a:srgbClr val="E8ED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9868661" y="2466247"/>
            <a:ext cx="1443355" cy="121856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750" b="1">
                <a:solidFill>
                  <a:srgbClr val="1F4E9E"/>
                </a:solidFill>
                <a:latin typeface="Calibri"/>
                <a:cs typeface="Calibri"/>
              </a:rPr>
              <a:t>Final </a:t>
            </a:r>
            <a:r>
              <a:rPr dirty="0" sz="1750" spc="-10" b="1">
                <a:solidFill>
                  <a:srgbClr val="1F4E9E"/>
                </a:solidFill>
                <a:latin typeface="Calibri"/>
                <a:cs typeface="Calibri"/>
              </a:rPr>
              <a:t>Prototype</a:t>
            </a:r>
            <a:endParaRPr sz="175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615"/>
              </a:spcBef>
              <a:buClr>
                <a:srgbClr val="1F4E9E"/>
              </a:buClr>
              <a:buChar char="•"/>
              <a:tabLst>
                <a:tab pos="194945" algn="l"/>
              </a:tabLst>
            </a:pPr>
            <a:r>
              <a:rPr dirty="0" sz="1550" spc="-10">
                <a:solidFill>
                  <a:srgbClr val="252525"/>
                </a:solidFill>
                <a:latin typeface="Calibri"/>
                <a:cs typeface="Calibri"/>
              </a:rPr>
              <a:t>Complete</a:t>
            </a:r>
            <a:endParaRPr sz="155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</a:pPr>
            <a:r>
              <a:rPr dirty="0" sz="1550" spc="-10">
                <a:solidFill>
                  <a:srgbClr val="252525"/>
                </a:solidFill>
                <a:latin typeface="Calibri"/>
                <a:cs typeface="Calibri"/>
              </a:rPr>
              <a:t>prototype</a:t>
            </a:r>
            <a:endParaRPr sz="155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400"/>
              </a:spcBef>
              <a:buClr>
                <a:srgbClr val="1F4E9E"/>
              </a:buClr>
              <a:buChar char="•"/>
              <a:tabLst>
                <a:tab pos="194945" algn="l"/>
              </a:tabLst>
            </a:pPr>
            <a:r>
              <a:rPr dirty="0" sz="1550" spc="-10">
                <a:solidFill>
                  <a:srgbClr val="252525"/>
                </a:solidFill>
                <a:latin typeface="Calibri"/>
                <a:cs typeface="Calibri"/>
              </a:rPr>
              <a:t>Demonstration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31519" y="4617720"/>
            <a:ext cx="6858000" cy="1417320"/>
          </a:xfrm>
          <a:custGeom>
            <a:avLst/>
            <a:gdLst/>
            <a:ahLst/>
            <a:cxnLst/>
            <a:rect l="l" t="t" r="r" b="b"/>
            <a:pathLst>
              <a:path w="6858000" h="1417320">
                <a:moveTo>
                  <a:pt x="6787133" y="0"/>
                </a:moveTo>
                <a:lnTo>
                  <a:pt x="70866" y="0"/>
                </a:lnTo>
                <a:lnTo>
                  <a:pt x="43280" y="5572"/>
                </a:lnTo>
                <a:lnTo>
                  <a:pt x="20754" y="20764"/>
                </a:lnTo>
                <a:lnTo>
                  <a:pt x="5568" y="43291"/>
                </a:lnTo>
                <a:lnTo>
                  <a:pt x="0" y="70865"/>
                </a:lnTo>
                <a:lnTo>
                  <a:pt x="0" y="1346453"/>
                </a:lnTo>
                <a:lnTo>
                  <a:pt x="5568" y="1374039"/>
                </a:lnTo>
                <a:lnTo>
                  <a:pt x="20754" y="1396565"/>
                </a:lnTo>
                <a:lnTo>
                  <a:pt x="43280" y="1411751"/>
                </a:lnTo>
                <a:lnTo>
                  <a:pt x="70866" y="1417319"/>
                </a:lnTo>
                <a:lnTo>
                  <a:pt x="6787133" y="1417319"/>
                </a:lnTo>
                <a:lnTo>
                  <a:pt x="6814708" y="1411751"/>
                </a:lnTo>
                <a:lnTo>
                  <a:pt x="6837235" y="1396565"/>
                </a:lnTo>
                <a:lnTo>
                  <a:pt x="6852427" y="1374039"/>
                </a:lnTo>
                <a:lnTo>
                  <a:pt x="6858000" y="1346453"/>
                </a:lnTo>
                <a:lnTo>
                  <a:pt x="6858000" y="70865"/>
                </a:lnTo>
                <a:lnTo>
                  <a:pt x="6852427" y="43291"/>
                </a:lnTo>
                <a:lnTo>
                  <a:pt x="6837235" y="20764"/>
                </a:lnTo>
                <a:lnTo>
                  <a:pt x="6814708" y="5572"/>
                </a:lnTo>
                <a:lnTo>
                  <a:pt x="6787133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968247" y="4716162"/>
            <a:ext cx="2078355" cy="123634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1850" b="1">
                <a:solidFill>
                  <a:srgbClr val="C00000"/>
                </a:solidFill>
                <a:latin typeface="Calibri"/>
                <a:cs typeface="Calibri"/>
              </a:rPr>
              <a:t>Future</a:t>
            </a:r>
            <a:r>
              <a:rPr dirty="0" sz="185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50" spc="-10" b="1">
                <a:solidFill>
                  <a:srgbClr val="C00000"/>
                </a:solidFill>
                <a:latin typeface="Calibri"/>
                <a:cs typeface="Calibri"/>
              </a:rPr>
              <a:t>Scope</a:t>
            </a:r>
            <a:endParaRPr sz="185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515"/>
              </a:spcBef>
              <a:buClr>
                <a:srgbClr val="C00000"/>
              </a:buClr>
              <a:buChar char="•"/>
              <a:tabLst>
                <a:tab pos="194945" algn="l"/>
              </a:tabLst>
            </a:pPr>
            <a:r>
              <a:rPr dirty="0" sz="1550">
                <a:solidFill>
                  <a:srgbClr val="252525"/>
                </a:solidFill>
                <a:latin typeface="Calibri"/>
                <a:cs typeface="Calibri"/>
              </a:rPr>
              <a:t>Face</a:t>
            </a:r>
            <a:r>
              <a:rPr dirty="0" sz="155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252525"/>
                </a:solidFill>
                <a:latin typeface="Calibri"/>
                <a:cs typeface="Calibri"/>
              </a:rPr>
              <a:t>recognition</a:t>
            </a:r>
            <a:endParaRPr sz="155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Char char="•"/>
              <a:tabLst>
                <a:tab pos="194945" algn="l"/>
              </a:tabLst>
            </a:pPr>
            <a:r>
              <a:rPr dirty="0" sz="1550">
                <a:solidFill>
                  <a:srgbClr val="252525"/>
                </a:solidFill>
                <a:latin typeface="Calibri"/>
                <a:cs typeface="Calibri"/>
              </a:rPr>
              <a:t>LMS</a:t>
            </a:r>
            <a:r>
              <a:rPr dirty="0" sz="155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252525"/>
                </a:solidFill>
                <a:latin typeface="Calibri"/>
                <a:cs typeface="Calibri"/>
              </a:rPr>
              <a:t>integration</a:t>
            </a:r>
            <a:endParaRPr sz="155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Char char="•"/>
              <a:tabLst>
                <a:tab pos="194945" algn="l"/>
              </a:tabLst>
            </a:pPr>
            <a:r>
              <a:rPr dirty="0" sz="1550">
                <a:solidFill>
                  <a:srgbClr val="252525"/>
                </a:solidFill>
                <a:latin typeface="Calibri"/>
                <a:cs typeface="Calibri"/>
              </a:rPr>
              <a:t>Attendance</a:t>
            </a:r>
            <a:r>
              <a:rPr dirty="0" sz="1550" spc="-6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252525"/>
                </a:solidFill>
                <a:latin typeface="Calibri"/>
                <a:cs typeface="Calibri"/>
              </a:rPr>
              <a:t>predictions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772400" y="4617720"/>
            <a:ext cx="3685540" cy="1417320"/>
          </a:xfrm>
          <a:custGeom>
            <a:avLst/>
            <a:gdLst/>
            <a:ahLst/>
            <a:cxnLst/>
            <a:rect l="l" t="t" r="r" b="b"/>
            <a:pathLst>
              <a:path w="3685540" h="1417320">
                <a:moveTo>
                  <a:pt x="3614166" y="0"/>
                </a:moveTo>
                <a:lnTo>
                  <a:pt x="70866" y="0"/>
                </a:lnTo>
                <a:lnTo>
                  <a:pt x="43291" y="5572"/>
                </a:lnTo>
                <a:lnTo>
                  <a:pt x="20764" y="20764"/>
                </a:lnTo>
                <a:lnTo>
                  <a:pt x="5572" y="43291"/>
                </a:lnTo>
                <a:lnTo>
                  <a:pt x="0" y="70865"/>
                </a:lnTo>
                <a:lnTo>
                  <a:pt x="0" y="1346453"/>
                </a:lnTo>
                <a:lnTo>
                  <a:pt x="5572" y="1374039"/>
                </a:lnTo>
                <a:lnTo>
                  <a:pt x="20764" y="1396565"/>
                </a:lnTo>
                <a:lnTo>
                  <a:pt x="43291" y="1411751"/>
                </a:lnTo>
                <a:lnTo>
                  <a:pt x="70866" y="1417319"/>
                </a:lnTo>
                <a:lnTo>
                  <a:pt x="3614166" y="1417319"/>
                </a:lnTo>
                <a:lnTo>
                  <a:pt x="3641740" y="1411751"/>
                </a:lnTo>
                <a:lnTo>
                  <a:pt x="3664267" y="1396565"/>
                </a:lnTo>
                <a:lnTo>
                  <a:pt x="3679459" y="1374039"/>
                </a:lnTo>
                <a:lnTo>
                  <a:pt x="3685032" y="1346453"/>
                </a:lnTo>
                <a:lnTo>
                  <a:pt x="3685032" y="70865"/>
                </a:lnTo>
                <a:lnTo>
                  <a:pt x="3679459" y="43291"/>
                </a:lnTo>
                <a:lnTo>
                  <a:pt x="3664267" y="20764"/>
                </a:lnTo>
                <a:lnTo>
                  <a:pt x="3641740" y="5572"/>
                </a:lnTo>
                <a:lnTo>
                  <a:pt x="361416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8009635" y="4718632"/>
            <a:ext cx="3122930" cy="114490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1850" b="1">
                <a:solidFill>
                  <a:srgbClr val="FFFFFF"/>
                </a:solidFill>
                <a:latin typeface="Calibri"/>
                <a:cs typeface="Calibri"/>
              </a:rPr>
              <a:t>Expected</a:t>
            </a:r>
            <a:r>
              <a:rPr dirty="0" sz="1850" spc="-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10" b="1">
                <a:solidFill>
                  <a:srgbClr val="FFFFFF"/>
                </a:solidFill>
                <a:latin typeface="Calibri"/>
                <a:cs typeface="Calibri"/>
              </a:rPr>
              <a:t>Outcome</a:t>
            </a:r>
            <a:endParaRPr sz="1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310"/>
              </a:spcBef>
            </a:pP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6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working</a:t>
            </a:r>
            <a:r>
              <a:rPr dirty="0" sz="16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r>
              <a:rPr dirty="0" sz="16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16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Calibri"/>
                <a:cs typeface="Calibri"/>
              </a:rPr>
              <a:t>records 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attendance</a:t>
            </a:r>
            <a:r>
              <a:rPr dirty="0" sz="16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6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FFFF"/>
                </a:solidFill>
                <a:latin typeface="Calibri"/>
                <a:cs typeface="Calibri"/>
              </a:rPr>
              <a:t>reports</a:t>
            </a:r>
            <a:r>
              <a:rPr dirty="0" sz="16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Calibri"/>
                <a:cs typeface="Calibri"/>
              </a:rPr>
              <a:t>percentages automatically.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095" y="6214871"/>
            <a:ext cx="12205335" cy="650240"/>
            <a:chOff x="-6095" y="6214871"/>
            <a:chExt cx="12205335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285"/>
                  </a:lnTo>
                  <a:lnTo>
                    <a:pt x="12192000" y="63728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81" y="6221348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285"/>
                  </a:moveTo>
                  <a:lnTo>
                    <a:pt x="12192000" y="63728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285"/>
                  </a:lnTo>
                  <a:close/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55"/>
              <a:t>DTIE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1126489" y="6381986"/>
            <a:ext cx="145415" cy="290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|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114"/>
              <a:t>Department</a:t>
            </a:r>
            <a:r>
              <a:rPr dirty="0" spc="-190"/>
              <a:t> </a:t>
            </a:r>
            <a:r>
              <a:rPr dirty="0" spc="-55"/>
              <a:t>of</a:t>
            </a:r>
            <a:r>
              <a:rPr dirty="0" spc="-185"/>
              <a:t> </a:t>
            </a:r>
            <a:r>
              <a:rPr dirty="0" spc="-95"/>
              <a:t>Multi</a:t>
            </a:r>
            <a:r>
              <a:rPr dirty="0" spc="-190"/>
              <a:t> </a:t>
            </a:r>
            <a:r>
              <a:rPr dirty="0" spc="-114"/>
              <a:t>Disciplinary</a:t>
            </a:r>
            <a:r>
              <a:rPr dirty="0" spc="-195"/>
              <a:t> </a:t>
            </a:r>
            <a:r>
              <a:rPr dirty="0" spc="-110"/>
              <a:t>Innovation</a:t>
            </a:r>
            <a:r>
              <a:rPr dirty="0" spc="-190"/>
              <a:t> </a:t>
            </a:r>
            <a:r>
              <a:rPr dirty="0" spc="-20"/>
              <a:t>&amp;</a:t>
            </a:r>
            <a:r>
              <a:rPr dirty="0" spc="-160"/>
              <a:t> </a:t>
            </a:r>
            <a:r>
              <a:rPr dirty="0" spc="-85"/>
              <a:t>Entrepreneurship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72288" y="221488"/>
            <a:ext cx="4508500" cy="791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PROTOTYPE</a:t>
            </a:r>
            <a:r>
              <a:rPr dirty="0" sz="1800" spc="-95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LINK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dirty="0" u="heavy" sz="1800">
                <a:solidFill>
                  <a:srgbClr val="0561C1"/>
                </a:solidFill>
                <a:uFill>
                  <a:solidFill>
                    <a:srgbClr val="0561C1"/>
                  </a:solidFill>
                </a:uFill>
                <a:latin typeface="Arial"/>
                <a:cs typeface="Arial"/>
                <a:hlinkClick r:id="rId2"/>
              </a:rPr>
              <a:t>ASAMS</a:t>
            </a:r>
            <a:r>
              <a:rPr dirty="0" u="heavy" sz="1800" spc="-25">
                <a:solidFill>
                  <a:srgbClr val="0561C1"/>
                </a:solidFill>
                <a:uFill>
                  <a:solidFill>
                    <a:srgbClr val="0561C1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800">
                <a:solidFill>
                  <a:srgbClr val="0561C1"/>
                </a:solidFill>
                <a:uFill>
                  <a:solidFill>
                    <a:srgbClr val="0561C1"/>
                  </a:solidFill>
                </a:uFill>
                <a:latin typeface="Arial"/>
                <a:cs typeface="Arial"/>
                <a:hlinkClick r:id="rId2"/>
              </a:rPr>
              <a:t>-</a:t>
            </a:r>
            <a:r>
              <a:rPr dirty="0" u="heavy" sz="1800" spc="-15">
                <a:solidFill>
                  <a:srgbClr val="0561C1"/>
                </a:solidFill>
                <a:uFill>
                  <a:solidFill>
                    <a:srgbClr val="0561C1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800">
                <a:solidFill>
                  <a:srgbClr val="0561C1"/>
                </a:solidFill>
                <a:uFill>
                  <a:solidFill>
                    <a:srgbClr val="0561C1"/>
                  </a:solidFill>
                </a:uFill>
                <a:latin typeface="Arial"/>
                <a:cs typeface="Arial"/>
                <a:hlinkClick r:id="rId2"/>
              </a:rPr>
              <a:t>Attendance</a:t>
            </a:r>
            <a:r>
              <a:rPr dirty="0" u="heavy" sz="1800" spc="-25">
                <a:solidFill>
                  <a:srgbClr val="0561C1"/>
                </a:solidFill>
                <a:uFill>
                  <a:solidFill>
                    <a:srgbClr val="0561C1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800">
                <a:solidFill>
                  <a:srgbClr val="0561C1"/>
                </a:solidFill>
                <a:uFill>
                  <a:solidFill>
                    <a:srgbClr val="0561C1"/>
                  </a:solidFill>
                </a:uFill>
                <a:latin typeface="Arial"/>
                <a:cs typeface="Arial"/>
                <a:hlinkClick r:id="rId2"/>
              </a:rPr>
              <a:t>Monitoring</a:t>
            </a:r>
            <a:r>
              <a:rPr dirty="0" u="heavy" sz="1800" spc="-30">
                <a:solidFill>
                  <a:srgbClr val="0561C1"/>
                </a:solidFill>
                <a:uFill>
                  <a:solidFill>
                    <a:srgbClr val="0561C1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800">
                <a:solidFill>
                  <a:srgbClr val="0561C1"/>
                </a:solidFill>
                <a:uFill>
                  <a:solidFill>
                    <a:srgbClr val="0561C1"/>
                  </a:solidFill>
                </a:uFill>
                <a:latin typeface="Arial"/>
                <a:cs typeface="Arial"/>
                <a:hlinkClick r:id="rId2"/>
              </a:rPr>
              <a:t>&amp;</a:t>
            </a:r>
            <a:r>
              <a:rPr dirty="0" u="heavy" sz="1800" spc="-20">
                <a:solidFill>
                  <a:srgbClr val="0561C1"/>
                </a:solidFill>
                <a:uFill>
                  <a:solidFill>
                    <a:srgbClr val="0561C1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800" spc="-10">
                <a:solidFill>
                  <a:srgbClr val="0561C1"/>
                </a:solidFill>
                <a:uFill>
                  <a:solidFill>
                    <a:srgbClr val="0561C1"/>
                  </a:solidFill>
                </a:uFill>
                <a:latin typeface="Arial"/>
                <a:cs typeface="Arial"/>
                <a:hlinkClick r:id="rId2"/>
              </a:rPr>
              <a:t>Analytics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-6095" y="6214871"/>
            <a:ext cx="12205335" cy="650240"/>
            <a:chOff x="-6095" y="6214871"/>
            <a:chExt cx="12205335" cy="650240"/>
          </a:xfrm>
        </p:grpSpPr>
        <p:sp>
          <p:nvSpPr>
            <p:cNvPr id="3" name="object 3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285"/>
                  </a:lnTo>
                  <a:lnTo>
                    <a:pt x="12192000" y="63728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81" y="6221348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285"/>
                  </a:moveTo>
                  <a:lnTo>
                    <a:pt x="12192000" y="63728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285"/>
                  </a:lnTo>
                  <a:close/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55"/>
              <a:t>DTIE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26489" y="6381986"/>
            <a:ext cx="145415" cy="290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|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114"/>
              <a:t>Department</a:t>
            </a:r>
            <a:r>
              <a:rPr dirty="0" spc="-190"/>
              <a:t> </a:t>
            </a:r>
            <a:r>
              <a:rPr dirty="0" spc="-55"/>
              <a:t>of</a:t>
            </a:r>
            <a:r>
              <a:rPr dirty="0" spc="-185"/>
              <a:t> </a:t>
            </a:r>
            <a:r>
              <a:rPr dirty="0" spc="-95"/>
              <a:t>Multi</a:t>
            </a:r>
            <a:r>
              <a:rPr dirty="0" spc="-190"/>
              <a:t> </a:t>
            </a:r>
            <a:r>
              <a:rPr dirty="0" spc="-114"/>
              <a:t>Disciplinary</a:t>
            </a:r>
            <a:r>
              <a:rPr dirty="0" spc="-195"/>
              <a:t> </a:t>
            </a:r>
            <a:r>
              <a:rPr dirty="0" spc="-110"/>
              <a:t>Innovation</a:t>
            </a:r>
            <a:r>
              <a:rPr dirty="0" spc="-190"/>
              <a:t> </a:t>
            </a:r>
            <a:r>
              <a:rPr dirty="0" spc="-20"/>
              <a:t>&amp;</a:t>
            </a:r>
            <a:r>
              <a:rPr dirty="0" spc="-160"/>
              <a:t> </a:t>
            </a:r>
            <a:r>
              <a:rPr dirty="0" spc="-85"/>
              <a:t>Entrepreneurship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221095"/>
          </a:xfrm>
          <a:custGeom>
            <a:avLst/>
            <a:gdLst/>
            <a:ahLst/>
            <a:cxnLst/>
            <a:rect l="l" t="t" r="r" b="b"/>
            <a:pathLst>
              <a:path w="12192000" h="6221095">
                <a:moveTo>
                  <a:pt x="0" y="6220968"/>
                </a:moveTo>
                <a:lnTo>
                  <a:pt x="12192000" y="6220968"/>
                </a:lnTo>
                <a:lnTo>
                  <a:pt x="12192000" y="0"/>
                </a:lnTo>
                <a:lnTo>
                  <a:pt x="0" y="0"/>
                </a:lnTo>
                <a:lnTo>
                  <a:pt x="0" y="6220968"/>
                </a:lnTo>
                <a:close/>
              </a:path>
            </a:pathLst>
          </a:custGeom>
          <a:solidFill>
            <a:srgbClr val="F6F7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0"/>
              <a:t>Conclusion</a:t>
            </a:r>
            <a:r>
              <a:rPr dirty="0" spc="-125"/>
              <a:t> </a:t>
            </a:r>
            <a:r>
              <a:rPr dirty="0"/>
              <a:t>&amp;</a:t>
            </a:r>
            <a:r>
              <a:rPr dirty="0" spc="-140"/>
              <a:t> </a:t>
            </a:r>
            <a:r>
              <a:rPr dirty="0" spc="-85"/>
              <a:t>Thank</a:t>
            </a:r>
            <a:r>
              <a:rPr dirty="0" spc="-114"/>
              <a:t> </a:t>
            </a:r>
            <a:r>
              <a:rPr dirty="0" spc="-25"/>
              <a:t>You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-6286" y="1417319"/>
            <a:ext cx="12205335" cy="5448300"/>
            <a:chOff x="-6286" y="1417319"/>
            <a:chExt cx="12205335" cy="5448300"/>
          </a:xfrm>
        </p:grpSpPr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285"/>
                  </a:lnTo>
                  <a:lnTo>
                    <a:pt x="12192000" y="63728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80" y="6221348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285"/>
                  </a:moveTo>
                  <a:lnTo>
                    <a:pt x="12192000" y="63728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285"/>
                  </a:lnTo>
                  <a:close/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31520" y="1417319"/>
              <a:ext cx="10726420" cy="1600200"/>
            </a:xfrm>
            <a:custGeom>
              <a:avLst/>
              <a:gdLst/>
              <a:ahLst/>
              <a:cxnLst/>
              <a:rect l="l" t="t" r="r" b="b"/>
              <a:pathLst>
                <a:path w="10726420" h="1600200">
                  <a:moveTo>
                    <a:pt x="10645902" y="0"/>
                  </a:moveTo>
                  <a:lnTo>
                    <a:pt x="80010" y="0"/>
                  </a:lnTo>
                  <a:lnTo>
                    <a:pt x="48868" y="6286"/>
                  </a:lnTo>
                  <a:lnTo>
                    <a:pt x="23436" y="23431"/>
                  </a:lnTo>
                  <a:lnTo>
                    <a:pt x="6288" y="48863"/>
                  </a:lnTo>
                  <a:lnTo>
                    <a:pt x="0" y="80010"/>
                  </a:lnTo>
                  <a:lnTo>
                    <a:pt x="0" y="1520190"/>
                  </a:lnTo>
                  <a:lnTo>
                    <a:pt x="6288" y="1551336"/>
                  </a:lnTo>
                  <a:lnTo>
                    <a:pt x="23436" y="1576768"/>
                  </a:lnTo>
                  <a:lnTo>
                    <a:pt x="48868" y="1593913"/>
                  </a:lnTo>
                  <a:lnTo>
                    <a:pt x="80010" y="1600200"/>
                  </a:lnTo>
                  <a:lnTo>
                    <a:pt x="10645902" y="1600200"/>
                  </a:lnTo>
                  <a:lnTo>
                    <a:pt x="10677048" y="1593913"/>
                  </a:lnTo>
                  <a:lnTo>
                    <a:pt x="10702480" y="1576768"/>
                  </a:lnTo>
                  <a:lnTo>
                    <a:pt x="10719625" y="1551336"/>
                  </a:lnTo>
                  <a:lnTo>
                    <a:pt x="10725912" y="1520190"/>
                  </a:lnTo>
                  <a:lnTo>
                    <a:pt x="10725912" y="80010"/>
                  </a:lnTo>
                  <a:lnTo>
                    <a:pt x="10719625" y="48863"/>
                  </a:lnTo>
                  <a:lnTo>
                    <a:pt x="10702480" y="23431"/>
                  </a:lnTo>
                  <a:lnTo>
                    <a:pt x="10677048" y="6286"/>
                  </a:lnTo>
                  <a:lnTo>
                    <a:pt x="10645902" y="0"/>
                  </a:lnTo>
                  <a:close/>
                </a:path>
              </a:pathLst>
            </a:custGeom>
            <a:solidFill>
              <a:srgbClr val="FAEB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971041" y="1671820"/>
            <a:ext cx="10064115" cy="100076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050" spc="-10" b="1">
                <a:solidFill>
                  <a:srgbClr val="C00000"/>
                </a:solidFill>
                <a:latin typeface="Calibri"/>
                <a:cs typeface="Calibri"/>
              </a:rPr>
              <a:t>Conclusion</a:t>
            </a:r>
            <a:endParaRPr sz="20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420"/>
              </a:spcBef>
            </a:pPr>
            <a:r>
              <a:rPr dirty="0" sz="1800">
                <a:solidFill>
                  <a:srgbClr val="252525"/>
                </a:solidFill>
                <a:latin typeface="Calibri"/>
                <a:cs typeface="Calibri"/>
              </a:rPr>
              <a:t>Our</a:t>
            </a:r>
            <a:r>
              <a:rPr dirty="0" sz="180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2525"/>
                </a:solidFill>
                <a:latin typeface="Calibri"/>
                <a:cs typeface="Calibri"/>
              </a:rPr>
              <a:t>QR-based</a:t>
            </a:r>
            <a:r>
              <a:rPr dirty="0" sz="180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2525"/>
                </a:solidFill>
                <a:latin typeface="Calibri"/>
                <a:cs typeface="Calibri"/>
              </a:rPr>
              <a:t>system</a:t>
            </a:r>
            <a:r>
              <a:rPr dirty="0" sz="180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2525"/>
                </a:solidFill>
                <a:latin typeface="Calibri"/>
                <a:cs typeface="Calibri"/>
              </a:rPr>
              <a:t>replaces</a:t>
            </a:r>
            <a:r>
              <a:rPr dirty="0" sz="180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2525"/>
                </a:solidFill>
                <a:latin typeface="Calibri"/>
                <a:cs typeface="Calibri"/>
              </a:rPr>
              <a:t>manual</a:t>
            </a:r>
            <a:r>
              <a:rPr dirty="0" sz="180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2525"/>
                </a:solidFill>
                <a:latin typeface="Calibri"/>
                <a:cs typeface="Calibri"/>
              </a:rPr>
              <a:t>registers</a:t>
            </a:r>
            <a:r>
              <a:rPr dirty="0" sz="180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2525"/>
                </a:solidFill>
                <a:latin typeface="Calibri"/>
                <a:cs typeface="Calibri"/>
              </a:rPr>
              <a:t>with</a:t>
            </a:r>
            <a:r>
              <a:rPr dirty="0" sz="180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2525"/>
                </a:solidFill>
                <a:latin typeface="Calibri"/>
                <a:cs typeface="Calibri"/>
              </a:rPr>
              <a:t>fast</a:t>
            </a:r>
            <a:r>
              <a:rPr dirty="0" sz="180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2525"/>
                </a:solidFill>
                <a:latin typeface="Calibri"/>
                <a:cs typeface="Calibri"/>
              </a:rPr>
              <a:t>attendance,</a:t>
            </a:r>
            <a:r>
              <a:rPr dirty="0" sz="18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2525"/>
                </a:solidFill>
                <a:latin typeface="Calibri"/>
                <a:cs typeface="Calibri"/>
              </a:rPr>
              <a:t>automatic</a:t>
            </a:r>
            <a:r>
              <a:rPr dirty="0" sz="180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52525"/>
                </a:solidFill>
                <a:latin typeface="Calibri"/>
                <a:cs typeface="Calibri"/>
              </a:rPr>
              <a:t>percentages</a:t>
            </a:r>
            <a:r>
              <a:rPr dirty="0" sz="180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180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2525"/>
                </a:solidFill>
                <a:latin typeface="Calibri"/>
                <a:cs typeface="Calibri"/>
              </a:rPr>
              <a:t>early</a:t>
            </a:r>
            <a:r>
              <a:rPr dirty="0" sz="180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252525"/>
                </a:solidFill>
                <a:latin typeface="Calibri"/>
                <a:cs typeface="Calibri"/>
              </a:rPr>
              <a:t>low-</a:t>
            </a:r>
            <a:r>
              <a:rPr dirty="0" sz="1800">
                <a:solidFill>
                  <a:srgbClr val="252525"/>
                </a:solidFill>
                <a:latin typeface="Calibri"/>
                <a:cs typeface="Calibri"/>
              </a:rPr>
              <a:t>attendance</a:t>
            </a:r>
            <a:r>
              <a:rPr dirty="0" sz="1800" spc="-5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52525"/>
                </a:solidFill>
                <a:latin typeface="Calibri"/>
                <a:cs typeface="Calibri"/>
              </a:rPr>
              <a:t>alerts.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31519" y="3200400"/>
            <a:ext cx="3447415" cy="1371600"/>
          </a:xfrm>
          <a:custGeom>
            <a:avLst/>
            <a:gdLst/>
            <a:ahLst/>
            <a:cxnLst/>
            <a:rect l="l" t="t" r="r" b="b"/>
            <a:pathLst>
              <a:path w="3447415" h="1371600">
                <a:moveTo>
                  <a:pt x="3378708" y="0"/>
                </a:moveTo>
                <a:lnTo>
                  <a:pt x="68580" y="0"/>
                </a:lnTo>
                <a:lnTo>
                  <a:pt x="41887" y="5393"/>
                </a:lnTo>
                <a:lnTo>
                  <a:pt x="20088" y="20097"/>
                </a:lnTo>
                <a:lnTo>
                  <a:pt x="5389" y="41898"/>
                </a:lnTo>
                <a:lnTo>
                  <a:pt x="0" y="68579"/>
                </a:lnTo>
                <a:lnTo>
                  <a:pt x="0" y="1303019"/>
                </a:lnTo>
                <a:lnTo>
                  <a:pt x="5389" y="1329701"/>
                </a:lnTo>
                <a:lnTo>
                  <a:pt x="20088" y="1351502"/>
                </a:lnTo>
                <a:lnTo>
                  <a:pt x="41887" y="1366206"/>
                </a:lnTo>
                <a:lnTo>
                  <a:pt x="68580" y="1371599"/>
                </a:lnTo>
                <a:lnTo>
                  <a:pt x="3378708" y="1371599"/>
                </a:lnTo>
                <a:lnTo>
                  <a:pt x="3405389" y="1366206"/>
                </a:lnTo>
                <a:lnTo>
                  <a:pt x="3427190" y="1351502"/>
                </a:lnTo>
                <a:lnTo>
                  <a:pt x="3441894" y="1329701"/>
                </a:lnTo>
                <a:lnTo>
                  <a:pt x="3447288" y="1303019"/>
                </a:lnTo>
                <a:lnTo>
                  <a:pt x="3447288" y="68579"/>
                </a:lnTo>
                <a:lnTo>
                  <a:pt x="3441894" y="41898"/>
                </a:lnTo>
                <a:lnTo>
                  <a:pt x="3427190" y="20097"/>
                </a:lnTo>
                <a:lnTo>
                  <a:pt x="3405389" y="5393"/>
                </a:lnTo>
                <a:lnTo>
                  <a:pt x="3378708" y="0"/>
                </a:lnTo>
                <a:close/>
              </a:path>
            </a:pathLst>
          </a:custGeom>
          <a:solidFill>
            <a:srgbClr val="E8ED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21766" y="3264120"/>
            <a:ext cx="2648585" cy="974090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sz="1900" b="1">
                <a:solidFill>
                  <a:srgbClr val="1F4E9E"/>
                </a:solidFill>
                <a:latin typeface="Calibri"/>
                <a:cs typeface="Calibri"/>
              </a:rPr>
              <a:t>Saves</a:t>
            </a:r>
            <a:r>
              <a:rPr dirty="0" sz="1900" spc="-45" b="1">
                <a:solidFill>
                  <a:srgbClr val="1F4E9E"/>
                </a:solidFill>
                <a:latin typeface="Calibri"/>
                <a:cs typeface="Calibri"/>
              </a:rPr>
              <a:t> </a:t>
            </a:r>
            <a:r>
              <a:rPr dirty="0" sz="1900" spc="-20" b="1">
                <a:solidFill>
                  <a:srgbClr val="1F4E9E"/>
                </a:solidFill>
                <a:latin typeface="Calibri"/>
                <a:cs typeface="Calibri"/>
              </a:rPr>
              <a:t>Time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20"/>
              </a:spcBef>
            </a:pPr>
            <a:r>
              <a:rPr dirty="0" sz="1700">
                <a:solidFill>
                  <a:srgbClr val="252525"/>
                </a:solidFill>
                <a:latin typeface="Calibri"/>
                <a:cs typeface="Calibri"/>
              </a:rPr>
              <a:t>Faster</a:t>
            </a:r>
            <a:r>
              <a:rPr dirty="0" sz="170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2525"/>
                </a:solidFill>
                <a:latin typeface="Calibri"/>
                <a:cs typeface="Calibri"/>
              </a:rPr>
              <a:t>attendance,</a:t>
            </a:r>
            <a:r>
              <a:rPr dirty="0" sz="170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2525"/>
                </a:solidFill>
                <a:latin typeface="Calibri"/>
                <a:cs typeface="Calibri"/>
              </a:rPr>
              <a:t>no</a:t>
            </a:r>
            <a:r>
              <a:rPr dirty="0" sz="170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52525"/>
                </a:solidFill>
                <a:latin typeface="Calibri"/>
                <a:cs typeface="Calibri"/>
              </a:rPr>
              <a:t>manual work.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493008" y="3200400"/>
            <a:ext cx="4325620" cy="1371600"/>
            <a:chOff x="3493008" y="3200400"/>
            <a:chExt cx="4325620" cy="1371600"/>
          </a:xfrm>
        </p:grpSpPr>
        <p:sp>
          <p:nvSpPr>
            <p:cNvPr id="12" name="object 12"/>
            <p:cNvSpPr/>
            <p:nvPr/>
          </p:nvSpPr>
          <p:spPr>
            <a:xfrm>
              <a:off x="3493008" y="3310128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1F4E9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clock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1973" y="3429093"/>
              <a:ext cx="223934" cy="22393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370832" y="3200400"/>
              <a:ext cx="3447415" cy="1371600"/>
            </a:xfrm>
            <a:custGeom>
              <a:avLst/>
              <a:gdLst/>
              <a:ahLst/>
              <a:cxnLst/>
              <a:rect l="l" t="t" r="r" b="b"/>
              <a:pathLst>
                <a:path w="3447415" h="1371600">
                  <a:moveTo>
                    <a:pt x="3378708" y="0"/>
                  </a:moveTo>
                  <a:lnTo>
                    <a:pt x="68580" y="0"/>
                  </a:lnTo>
                  <a:lnTo>
                    <a:pt x="41898" y="5393"/>
                  </a:lnTo>
                  <a:lnTo>
                    <a:pt x="20097" y="20097"/>
                  </a:lnTo>
                  <a:lnTo>
                    <a:pt x="5393" y="41898"/>
                  </a:lnTo>
                  <a:lnTo>
                    <a:pt x="0" y="68579"/>
                  </a:lnTo>
                  <a:lnTo>
                    <a:pt x="0" y="1303019"/>
                  </a:lnTo>
                  <a:lnTo>
                    <a:pt x="5393" y="1329701"/>
                  </a:lnTo>
                  <a:lnTo>
                    <a:pt x="20097" y="1351502"/>
                  </a:lnTo>
                  <a:lnTo>
                    <a:pt x="41898" y="1366206"/>
                  </a:lnTo>
                  <a:lnTo>
                    <a:pt x="68580" y="1371599"/>
                  </a:lnTo>
                  <a:lnTo>
                    <a:pt x="3378708" y="1371599"/>
                  </a:lnTo>
                  <a:lnTo>
                    <a:pt x="3405389" y="1366206"/>
                  </a:lnTo>
                  <a:lnTo>
                    <a:pt x="3427190" y="1351502"/>
                  </a:lnTo>
                  <a:lnTo>
                    <a:pt x="3441894" y="1329701"/>
                  </a:lnTo>
                  <a:lnTo>
                    <a:pt x="3447288" y="1303019"/>
                  </a:lnTo>
                  <a:lnTo>
                    <a:pt x="3447288" y="68579"/>
                  </a:lnTo>
                  <a:lnTo>
                    <a:pt x="3441894" y="41898"/>
                  </a:lnTo>
                  <a:lnTo>
                    <a:pt x="3427190" y="20097"/>
                  </a:lnTo>
                  <a:lnTo>
                    <a:pt x="3405389" y="5393"/>
                  </a:lnTo>
                  <a:lnTo>
                    <a:pt x="3378708" y="0"/>
                  </a:lnTo>
                  <a:close/>
                </a:path>
              </a:pathLst>
            </a:custGeom>
            <a:solidFill>
              <a:srgbClr val="E6F5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561332" y="3264120"/>
            <a:ext cx="2829560" cy="974090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sz="1900" b="1">
                <a:solidFill>
                  <a:srgbClr val="0F8F79"/>
                </a:solidFill>
                <a:latin typeface="Calibri"/>
                <a:cs typeface="Calibri"/>
              </a:rPr>
              <a:t>Accurate</a:t>
            </a:r>
            <a:r>
              <a:rPr dirty="0" sz="1900" spc="-50" b="1">
                <a:solidFill>
                  <a:srgbClr val="0F8F79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0F8F79"/>
                </a:solidFill>
                <a:latin typeface="Calibri"/>
                <a:cs typeface="Calibri"/>
              </a:rPr>
              <a:t>&amp;</a:t>
            </a:r>
            <a:r>
              <a:rPr dirty="0" sz="1900" spc="-65" b="1">
                <a:solidFill>
                  <a:srgbClr val="0F8F79"/>
                </a:solidFill>
                <a:latin typeface="Calibri"/>
                <a:cs typeface="Calibri"/>
              </a:rPr>
              <a:t> </a:t>
            </a:r>
            <a:r>
              <a:rPr dirty="0" sz="1900" spc="-10" b="1">
                <a:solidFill>
                  <a:srgbClr val="0F8F79"/>
                </a:solidFill>
                <a:latin typeface="Calibri"/>
                <a:cs typeface="Calibri"/>
              </a:rPr>
              <a:t>Transparent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20"/>
              </a:spcBef>
            </a:pPr>
            <a:r>
              <a:rPr dirty="0" sz="1700">
                <a:solidFill>
                  <a:srgbClr val="252525"/>
                </a:solidFill>
                <a:latin typeface="Calibri"/>
                <a:cs typeface="Calibri"/>
              </a:rPr>
              <a:t>Fewer</a:t>
            </a:r>
            <a:r>
              <a:rPr dirty="0" sz="170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2525"/>
                </a:solidFill>
                <a:latin typeface="Calibri"/>
                <a:cs typeface="Calibri"/>
              </a:rPr>
              <a:t>errors;</a:t>
            </a:r>
            <a:r>
              <a:rPr dirty="0" sz="170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2525"/>
                </a:solidFill>
                <a:latin typeface="Calibri"/>
                <a:cs typeface="Calibri"/>
              </a:rPr>
              <a:t>students</a:t>
            </a:r>
            <a:r>
              <a:rPr dirty="0" sz="170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2525"/>
                </a:solidFill>
                <a:latin typeface="Calibri"/>
                <a:cs typeface="Calibri"/>
              </a:rPr>
              <a:t>see</a:t>
            </a:r>
            <a:r>
              <a:rPr dirty="0" sz="170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52525"/>
                </a:solidFill>
                <a:latin typeface="Calibri"/>
                <a:cs typeface="Calibri"/>
              </a:rPr>
              <a:t>their status.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132319" y="3200400"/>
            <a:ext cx="4325620" cy="1371600"/>
            <a:chOff x="7132319" y="3200400"/>
            <a:chExt cx="4325620" cy="1371600"/>
          </a:xfrm>
        </p:grpSpPr>
        <p:sp>
          <p:nvSpPr>
            <p:cNvPr id="17" name="object 17"/>
            <p:cNvSpPr/>
            <p:nvPr/>
          </p:nvSpPr>
          <p:spPr>
            <a:xfrm>
              <a:off x="7132319" y="3310128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F8F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check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51284" y="3429093"/>
              <a:ext cx="223934" cy="22393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010143" y="3200400"/>
              <a:ext cx="3447415" cy="1371600"/>
            </a:xfrm>
            <a:custGeom>
              <a:avLst/>
              <a:gdLst/>
              <a:ahLst/>
              <a:cxnLst/>
              <a:rect l="l" t="t" r="r" b="b"/>
              <a:pathLst>
                <a:path w="3447415" h="1371600">
                  <a:moveTo>
                    <a:pt x="3378708" y="0"/>
                  </a:moveTo>
                  <a:lnTo>
                    <a:pt x="68580" y="0"/>
                  </a:lnTo>
                  <a:lnTo>
                    <a:pt x="41898" y="5393"/>
                  </a:lnTo>
                  <a:lnTo>
                    <a:pt x="20097" y="20097"/>
                  </a:lnTo>
                  <a:lnTo>
                    <a:pt x="5393" y="41898"/>
                  </a:lnTo>
                  <a:lnTo>
                    <a:pt x="0" y="68579"/>
                  </a:lnTo>
                  <a:lnTo>
                    <a:pt x="0" y="1303019"/>
                  </a:lnTo>
                  <a:lnTo>
                    <a:pt x="5393" y="1329701"/>
                  </a:lnTo>
                  <a:lnTo>
                    <a:pt x="20097" y="1351502"/>
                  </a:lnTo>
                  <a:lnTo>
                    <a:pt x="41898" y="1366206"/>
                  </a:lnTo>
                  <a:lnTo>
                    <a:pt x="68580" y="1371599"/>
                  </a:lnTo>
                  <a:lnTo>
                    <a:pt x="3378708" y="1371599"/>
                  </a:lnTo>
                  <a:lnTo>
                    <a:pt x="3405389" y="1366206"/>
                  </a:lnTo>
                  <a:lnTo>
                    <a:pt x="3427190" y="1351502"/>
                  </a:lnTo>
                  <a:lnTo>
                    <a:pt x="3441894" y="1329701"/>
                  </a:lnTo>
                  <a:lnTo>
                    <a:pt x="3447288" y="1303019"/>
                  </a:lnTo>
                  <a:lnTo>
                    <a:pt x="3447288" y="68579"/>
                  </a:lnTo>
                  <a:lnTo>
                    <a:pt x="3441894" y="41898"/>
                  </a:lnTo>
                  <a:lnTo>
                    <a:pt x="3427190" y="20097"/>
                  </a:lnTo>
                  <a:lnTo>
                    <a:pt x="3405389" y="5393"/>
                  </a:lnTo>
                  <a:lnTo>
                    <a:pt x="3378708" y="0"/>
                  </a:lnTo>
                  <a:close/>
                </a:path>
              </a:pathLst>
            </a:custGeom>
            <a:solidFill>
              <a:srgbClr val="FFF3D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8200897" y="3264120"/>
            <a:ext cx="2693670" cy="715010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sz="1900" b="1">
                <a:solidFill>
                  <a:srgbClr val="C67700"/>
                </a:solidFill>
                <a:latin typeface="Calibri"/>
                <a:cs typeface="Calibri"/>
              </a:rPr>
              <a:t>Smarter</a:t>
            </a:r>
            <a:r>
              <a:rPr dirty="0" sz="1900" spc="-90" b="1">
                <a:solidFill>
                  <a:srgbClr val="C67700"/>
                </a:solidFill>
                <a:latin typeface="Calibri"/>
                <a:cs typeface="Calibri"/>
              </a:rPr>
              <a:t> </a:t>
            </a:r>
            <a:r>
              <a:rPr dirty="0" sz="1900" spc="-10" b="1">
                <a:solidFill>
                  <a:srgbClr val="C67700"/>
                </a:solidFill>
                <a:latin typeface="Calibri"/>
                <a:cs typeface="Calibri"/>
              </a:rPr>
              <a:t>Decisions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1700">
                <a:solidFill>
                  <a:srgbClr val="252525"/>
                </a:solidFill>
                <a:latin typeface="Calibri"/>
                <a:cs typeface="Calibri"/>
              </a:rPr>
              <a:t>Alerts</a:t>
            </a:r>
            <a:r>
              <a:rPr dirty="0" sz="170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2525"/>
                </a:solidFill>
                <a:latin typeface="Calibri"/>
                <a:cs typeface="Calibri"/>
              </a:rPr>
              <a:t>help</a:t>
            </a:r>
            <a:r>
              <a:rPr dirty="0" sz="170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2525"/>
                </a:solidFill>
                <a:latin typeface="Calibri"/>
                <a:cs typeface="Calibri"/>
              </a:rPr>
              <a:t>everyone</a:t>
            </a:r>
            <a:r>
              <a:rPr dirty="0" sz="170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2525"/>
                </a:solidFill>
                <a:latin typeface="Calibri"/>
                <a:cs typeface="Calibri"/>
              </a:rPr>
              <a:t>act</a:t>
            </a:r>
            <a:r>
              <a:rPr dirty="0" sz="170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52525"/>
                </a:solidFill>
                <a:latin typeface="Calibri"/>
                <a:cs typeface="Calibri"/>
              </a:rPr>
              <a:t>early.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31519" y="3310128"/>
            <a:ext cx="10726420" cy="2679700"/>
            <a:chOff x="731519" y="3310128"/>
            <a:chExt cx="10726420" cy="2679700"/>
          </a:xfrm>
        </p:grpSpPr>
        <p:sp>
          <p:nvSpPr>
            <p:cNvPr id="22" name="object 22"/>
            <p:cNvSpPr/>
            <p:nvPr/>
          </p:nvSpPr>
          <p:spPr>
            <a:xfrm>
              <a:off x="10771631" y="3310128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677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lightbulb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23254" y="3424428"/>
              <a:ext cx="158620" cy="2286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31519" y="4754880"/>
              <a:ext cx="10726420" cy="1234440"/>
            </a:xfrm>
            <a:custGeom>
              <a:avLst/>
              <a:gdLst/>
              <a:ahLst/>
              <a:cxnLst/>
              <a:rect l="l" t="t" r="r" b="b"/>
              <a:pathLst>
                <a:path w="10726420" h="1234439">
                  <a:moveTo>
                    <a:pt x="10664190" y="0"/>
                  </a:moveTo>
                  <a:lnTo>
                    <a:pt x="61722" y="0"/>
                  </a:lnTo>
                  <a:lnTo>
                    <a:pt x="37697" y="4857"/>
                  </a:lnTo>
                  <a:lnTo>
                    <a:pt x="18078" y="18097"/>
                  </a:lnTo>
                  <a:lnTo>
                    <a:pt x="4850" y="37719"/>
                  </a:lnTo>
                  <a:lnTo>
                    <a:pt x="0" y="61722"/>
                  </a:lnTo>
                  <a:lnTo>
                    <a:pt x="0" y="1172718"/>
                  </a:lnTo>
                  <a:lnTo>
                    <a:pt x="4850" y="1196742"/>
                  </a:lnTo>
                  <a:lnTo>
                    <a:pt x="18078" y="1216361"/>
                  </a:lnTo>
                  <a:lnTo>
                    <a:pt x="37697" y="1229589"/>
                  </a:lnTo>
                  <a:lnTo>
                    <a:pt x="61722" y="1234440"/>
                  </a:lnTo>
                  <a:lnTo>
                    <a:pt x="10664190" y="1234440"/>
                  </a:lnTo>
                  <a:lnTo>
                    <a:pt x="10688193" y="1229589"/>
                  </a:lnTo>
                  <a:lnTo>
                    <a:pt x="10707814" y="1216361"/>
                  </a:lnTo>
                  <a:lnTo>
                    <a:pt x="10721054" y="1196742"/>
                  </a:lnTo>
                  <a:lnTo>
                    <a:pt x="10725912" y="1172718"/>
                  </a:lnTo>
                  <a:lnTo>
                    <a:pt x="10725912" y="61722"/>
                  </a:lnTo>
                  <a:lnTo>
                    <a:pt x="10721054" y="37719"/>
                  </a:lnTo>
                  <a:lnTo>
                    <a:pt x="10707814" y="18097"/>
                  </a:lnTo>
                  <a:lnTo>
                    <a:pt x="10688193" y="4857"/>
                  </a:lnTo>
                  <a:lnTo>
                    <a:pt x="1066419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4928615" y="4833166"/>
            <a:ext cx="2332990" cy="99377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30480">
              <a:lnSpc>
                <a:spcPct val="100000"/>
              </a:lnSpc>
              <a:spcBef>
                <a:spcPts val="385"/>
              </a:spcBef>
            </a:pPr>
            <a:r>
              <a:rPr dirty="0" sz="4100" b="1">
                <a:solidFill>
                  <a:srgbClr val="FFFFFF"/>
                </a:solidFill>
                <a:latin typeface="Calibri"/>
                <a:cs typeface="Calibri"/>
              </a:rPr>
              <a:t>Thank</a:t>
            </a:r>
            <a:r>
              <a:rPr dirty="0" sz="41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100" spc="-25" b="1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endParaRPr sz="4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Questions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welcome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55"/>
              <a:t>DTIE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126489" y="6381986"/>
            <a:ext cx="145415" cy="290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|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114"/>
              <a:t>Department</a:t>
            </a:r>
            <a:r>
              <a:rPr dirty="0" spc="-190"/>
              <a:t> </a:t>
            </a:r>
            <a:r>
              <a:rPr dirty="0" spc="-55"/>
              <a:t>of</a:t>
            </a:r>
            <a:r>
              <a:rPr dirty="0" spc="-185"/>
              <a:t> </a:t>
            </a:r>
            <a:r>
              <a:rPr dirty="0" spc="-95"/>
              <a:t>Multi</a:t>
            </a:r>
            <a:r>
              <a:rPr dirty="0" spc="-190"/>
              <a:t> </a:t>
            </a:r>
            <a:r>
              <a:rPr dirty="0" spc="-114"/>
              <a:t>Disciplinary</a:t>
            </a:r>
            <a:r>
              <a:rPr dirty="0" spc="-195"/>
              <a:t> </a:t>
            </a:r>
            <a:r>
              <a:rPr dirty="0" spc="-110"/>
              <a:t>Innovation</a:t>
            </a:r>
            <a:r>
              <a:rPr dirty="0" spc="-190"/>
              <a:t> </a:t>
            </a:r>
            <a:r>
              <a:rPr dirty="0" spc="-20"/>
              <a:t>&amp;</a:t>
            </a:r>
            <a:r>
              <a:rPr dirty="0" spc="-160"/>
              <a:t> </a:t>
            </a:r>
            <a:r>
              <a:rPr dirty="0" spc="-85"/>
              <a:t>Entrepreneurship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1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Dr. G. Suresh Kumar</dc:creator>
  <dc:title>Title</dc:title>
  <dcterms:created xsi:type="dcterms:W3CDTF">2026-10-29T04:43:40Z</dcterms:created>
  <dcterms:modified xsi:type="dcterms:W3CDTF">2026-10-29T04:43:40Z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2026-10-29T00:00:00Z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2026-10-29T00:00:00Z</vt:filetime>
  </property>
  <property fmtid="{D5CDD505-2E9C-101B-9397-08002B2CF9AE}" pid="6" name="Producer">
    <vt:lpwstr>Adobe PDF Services</vt:lpwstr>
  </property>
</Properties>
</file>