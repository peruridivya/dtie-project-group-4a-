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CA7B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3C546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CA7B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3C546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CA7B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CA7B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017520" cy="5143500"/>
          </a:xfrm>
          <a:custGeom>
            <a:avLst/>
            <a:gdLst/>
            <a:ahLst/>
            <a:cxnLst/>
            <a:rect l="l" t="t" r="r" b="b"/>
            <a:pathLst>
              <a:path w="3017520" h="5143500">
                <a:moveTo>
                  <a:pt x="3017520" y="0"/>
                </a:moveTo>
                <a:lnTo>
                  <a:pt x="0" y="0"/>
                </a:lnTo>
                <a:lnTo>
                  <a:pt x="0" y="5143500"/>
                </a:lnTo>
                <a:lnTo>
                  <a:pt x="3017520" y="5143500"/>
                </a:lnTo>
                <a:lnTo>
                  <a:pt x="3017520" y="0"/>
                </a:lnTo>
                <a:close/>
              </a:path>
            </a:pathLst>
          </a:custGeom>
          <a:solidFill>
            <a:srgbClr val="0A3B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40080" y="640080"/>
            <a:ext cx="1188720" cy="1188720"/>
          </a:xfrm>
          <a:custGeom>
            <a:avLst/>
            <a:gdLst/>
            <a:ahLst/>
            <a:cxnLst/>
            <a:rect l="l" t="t" r="r" b="b"/>
            <a:pathLst>
              <a:path w="1188720" h="1188720">
                <a:moveTo>
                  <a:pt x="594360" y="0"/>
                </a:moveTo>
                <a:lnTo>
                  <a:pt x="545613" y="1970"/>
                </a:lnTo>
                <a:lnTo>
                  <a:pt x="497951" y="7778"/>
                </a:lnTo>
                <a:lnTo>
                  <a:pt x="451528" y="17271"/>
                </a:lnTo>
                <a:lnTo>
                  <a:pt x="406495" y="30297"/>
                </a:lnTo>
                <a:lnTo>
                  <a:pt x="363007" y="46702"/>
                </a:lnTo>
                <a:lnTo>
                  <a:pt x="321216" y="66334"/>
                </a:lnTo>
                <a:lnTo>
                  <a:pt x="281276" y="89039"/>
                </a:lnTo>
                <a:lnTo>
                  <a:pt x="243338" y="114665"/>
                </a:lnTo>
                <a:lnTo>
                  <a:pt x="207556" y="143060"/>
                </a:lnTo>
                <a:lnTo>
                  <a:pt x="174083" y="174069"/>
                </a:lnTo>
                <a:lnTo>
                  <a:pt x="143072" y="207540"/>
                </a:lnTo>
                <a:lnTo>
                  <a:pt x="114676" y="243321"/>
                </a:lnTo>
                <a:lnTo>
                  <a:pt x="89048" y="281259"/>
                </a:lnTo>
                <a:lnTo>
                  <a:pt x="66341" y="321200"/>
                </a:lnTo>
                <a:lnTo>
                  <a:pt x="46707" y="362991"/>
                </a:lnTo>
                <a:lnTo>
                  <a:pt x="30300" y="406481"/>
                </a:lnTo>
                <a:lnTo>
                  <a:pt x="17273" y="451515"/>
                </a:lnTo>
                <a:lnTo>
                  <a:pt x="7779" y="497942"/>
                </a:lnTo>
                <a:lnTo>
                  <a:pt x="1970" y="545607"/>
                </a:lnTo>
                <a:lnTo>
                  <a:pt x="0" y="594360"/>
                </a:lnTo>
                <a:lnTo>
                  <a:pt x="1970" y="643112"/>
                </a:lnTo>
                <a:lnTo>
                  <a:pt x="7779" y="690777"/>
                </a:lnTo>
                <a:lnTo>
                  <a:pt x="17273" y="737204"/>
                </a:lnTo>
                <a:lnTo>
                  <a:pt x="30300" y="782238"/>
                </a:lnTo>
                <a:lnTo>
                  <a:pt x="46707" y="825728"/>
                </a:lnTo>
                <a:lnTo>
                  <a:pt x="66341" y="867519"/>
                </a:lnTo>
                <a:lnTo>
                  <a:pt x="89048" y="907460"/>
                </a:lnTo>
                <a:lnTo>
                  <a:pt x="114676" y="945398"/>
                </a:lnTo>
                <a:lnTo>
                  <a:pt x="143072" y="981179"/>
                </a:lnTo>
                <a:lnTo>
                  <a:pt x="174083" y="1014650"/>
                </a:lnTo>
                <a:lnTo>
                  <a:pt x="207556" y="1045659"/>
                </a:lnTo>
                <a:lnTo>
                  <a:pt x="243338" y="1074054"/>
                </a:lnTo>
                <a:lnTo>
                  <a:pt x="281276" y="1099680"/>
                </a:lnTo>
                <a:lnTo>
                  <a:pt x="321216" y="1122385"/>
                </a:lnTo>
                <a:lnTo>
                  <a:pt x="363007" y="1142017"/>
                </a:lnTo>
                <a:lnTo>
                  <a:pt x="406495" y="1158422"/>
                </a:lnTo>
                <a:lnTo>
                  <a:pt x="451528" y="1171448"/>
                </a:lnTo>
                <a:lnTo>
                  <a:pt x="497951" y="1180941"/>
                </a:lnTo>
                <a:lnTo>
                  <a:pt x="545613" y="1186749"/>
                </a:lnTo>
                <a:lnTo>
                  <a:pt x="594360" y="1188720"/>
                </a:lnTo>
                <a:lnTo>
                  <a:pt x="643112" y="1186749"/>
                </a:lnTo>
                <a:lnTo>
                  <a:pt x="690777" y="1180941"/>
                </a:lnTo>
                <a:lnTo>
                  <a:pt x="737204" y="1171448"/>
                </a:lnTo>
                <a:lnTo>
                  <a:pt x="782238" y="1158422"/>
                </a:lnTo>
                <a:lnTo>
                  <a:pt x="825728" y="1142017"/>
                </a:lnTo>
                <a:lnTo>
                  <a:pt x="867519" y="1122385"/>
                </a:lnTo>
                <a:lnTo>
                  <a:pt x="907460" y="1099680"/>
                </a:lnTo>
                <a:lnTo>
                  <a:pt x="945398" y="1074054"/>
                </a:lnTo>
                <a:lnTo>
                  <a:pt x="981179" y="1045659"/>
                </a:lnTo>
                <a:lnTo>
                  <a:pt x="1014650" y="1014650"/>
                </a:lnTo>
                <a:lnTo>
                  <a:pt x="1045659" y="981179"/>
                </a:lnTo>
                <a:lnTo>
                  <a:pt x="1074054" y="945398"/>
                </a:lnTo>
                <a:lnTo>
                  <a:pt x="1099680" y="907460"/>
                </a:lnTo>
                <a:lnTo>
                  <a:pt x="1122385" y="867519"/>
                </a:lnTo>
                <a:lnTo>
                  <a:pt x="1142017" y="825728"/>
                </a:lnTo>
                <a:lnTo>
                  <a:pt x="1158422" y="782238"/>
                </a:lnTo>
                <a:lnTo>
                  <a:pt x="1171448" y="737204"/>
                </a:lnTo>
                <a:lnTo>
                  <a:pt x="1180941" y="690777"/>
                </a:lnTo>
                <a:lnTo>
                  <a:pt x="1186749" y="643112"/>
                </a:lnTo>
                <a:lnTo>
                  <a:pt x="1188720" y="594360"/>
                </a:lnTo>
                <a:lnTo>
                  <a:pt x="1186749" y="545607"/>
                </a:lnTo>
                <a:lnTo>
                  <a:pt x="1180941" y="497942"/>
                </a:lnTo>
                <a:lnTo>
                  <a:pt x="1171448" y="451515"/>
                </a:lnTo>
                <a:lnTo>
                  <a:pt x="1158422" y="406481"/>
                </a:lnTo>
                <a:lnTo>
                  <a:pt x="1142017" y="362991"/>
                </a:lnTo>
                <a:lnTo>
                  <a:pt x="1122385" y="321200"/>
                </a:lnTo>
                <a:lnTo>
                  <a:pt x="1099680" y="281259"/>
                </a:lnTo>
                <a:lnTo>
                  <a:pt x="1074054" y="243321"/>
                </a:lnTo>
                <a:lnTo>
                  <a:pt x="1045659" y="207540"/>
                </a:lnTo>
                <a:lnTo>
                  <a:pt x="1014650" y="174069"/>
                </a:lnTo>
                <a:lnTo>
                  <a:pt x="981179" y="143060"/>
                </a:lnTo>
                <a:lnTo>
                  <a:pt x="945398" y="114665"/>
                </a:lnTo>
                <a:lnTo>
                  <a:pt x="907460" y="89039"/>
                </a:lnTo>
                <a:lnTo>
                  <a:pt x="867519" y="66334"/>
                </a:lnTo>
                <a:lnTo>
                  <a:pt x="825728" y="46702"/>
                </a:lnTo>
                <a:lnTo>
                  <a:pt x="782238" y="30297"/>
                </a:lnTo>
                <a:lnTo>
                  <a:pt x="737204" y="17271"/>
                </a:lnTo>
                <a:lnTo>
                  <a:pt x="690777" y="7778"/>
                </a:lnTo>
                <a:lnTo>
                  <a:pt x="643112" y="1970"/>
                </a:lnTo>
                <a:lnTo>
                  <a:pt x="594360" y="0"/>
                </a:lnTo>
                <a:close/>
              </a:path>
            </a:pathLst>
          </a:custGeom>
          <a:solidFill>
            <a:srgbClr val="0F8A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7380" y="1908733"/>
            <a:ext cx="1908175" cy="1032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CA7B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53714" y="2259583"/>
            <a:ext cx="4508500" cy="1626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3C546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2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27.png"/><Relationship Id="rId9" Type="http://schemas.openxmlformats.org/officeDocument/2006/relationships/image" Target="../media/image22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8.png"/><Relationship Id="rId14" Type="http://schemas.openxmlformats.org/officeDocument/2006/relationships/image" Target="../media/image1.png"/><Relationship Id="rId15" Type="http://schemas.openxmlformats.org/officeDocument/2006/relationships/image" Target="../media/image2.png"/><Relationship Id="rId16" Type="http://schemas.openxmlformats.org/officeDocument/2006/relationships/image" Target="../media/image37.png"/><Relationship Id="rId17" Type="http://schemas.openxmlformats.org/officeDocument/2006/relationships/image" Target="../media/image38.png"/><Relationship Id="rId18" Type="http://schemas.openxmlformats.org/officeDocument/2006/relationships/image" Target="../media/image3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539241" y="329184"/>
            <a:ext cx="4226560" cy="9779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30"/>
              </a:spcBef>
            </a:pPr>
            <a:r>
              <a:rPr dirty="0" sz="2100" spc="-20">
                <a:solidFill>
                  <a:srgbClr val="FFFFFF"/>
                </a:solidFill>
                <a:latin typeface="Cambria"/>
                <a:cs typeface="Cambria"/>
              </a:rPr>
              <a:t>Automated </a:t>
            </a:r>
            <a:r>
              <a:rPr dirty="0" sz="2100">
                <a:solidFill>
                  <a:srgbClr val="FFFFFF"/>
                </a:solidFill>
                <a:latin typeface="Cambria"/>
                <a:cs typeface="Cambria"/>
              </a:rPr>
              <a:t>Student</a:t>
            </a:r>
            <a:r>
              <a:rPr dirty="0" sz="2100" spc="-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mbria"/>
                <a:cs typeface="Cambria"/>
              </a:rPr>
              <a:t>Attendance </a:t>
            </a:r>
            <a:r>
              <a:rPr dirty="0" sz="2100">
                <a:solidFill>
                  <a:srgbClr val="FFFFFF"/>
                </a:solidFill>
                <a:latin typeface="Cambria"/>
                <a:cs typeface="Cambria"/>
              </a:rPr>
              <a:t>Monitoring</a:t>
            </a:r>
            <a:r>
              <a:rPr dirty="0" sz="2100" spc="-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100">
                <a:solidFill>
                  <a:srgbClr val="FFFFFF"/>
                </a:solidFill>
                <a:latin typeface="Cambria"/>
                <a:cs typeface="Cambria"/>
              </a:rPr>
              <a:t>&amp;</a:t>
            </a:r>
            <a:r>
              <a:rPr dirty="0" sz="2100" spc="-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100">
                <a:solidFill>
                  <a:srgbClr val="FFFFFF"/>
                </a:solidFill>
                <a:latin typeface="Cambria"/>
                <a:cs typeface="Cambria"/>
              </a:rPr>
              <a:t>Analytics</a:t>
            </a:r>
            <a:r>
              <a:rPr dirty="0" sz="2100" spc="-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mbria"/>
                <a:cs typeface="Cambria"/>
              </a:rPr>
              <a:t>System</a:t>
            </a:r>
            <a:r>
              <a:rPr dirty="0" sz="2100" spc="-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Cambria"/>
                <a:cs typeface="Cambria"/>
              </a:rPr>
              <a:t>For </a:t>
            </a:r>
            <a:r>
              <a:rPr dirty="0" sz="2100" spc="-10">
                <a:solidFill>
                  <a:srgbClr val="FFFFFF"/>
                </a:solidFill>
                <a:latin typeface="Cambria"/>
                <a:cs typeface="Cambria"/>
              </a:rPr>
              <a:t>Colleges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940" y="1818639"/>
            <a:ext cx="341312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i="1">
                <a:solidFill>
                  <a:srgbClr val="02C39A"/>
                </a:solidFill>
                <a:latin typeface="Calibri"/>
                <a:cs typeface="Calibri"/>
              </a:rPr>
              <a:t>A</a:t>
            </a:r>
            <a:r>
              <a:rPr dirty="0" sz="1600" spc="-10" i="1">
                <a:solidFill>
                  <a:srgbClr val="02C39A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02C39A"/>
                </a:solidFill>
                <a:latin typeface="Calibri"/>
                <a:cs typeface="Calibri"/>
              </a:rPr>
              <a:t>smart,</a:t>
            </a:r>
            <a:r>
              <a:rPr dirty="0" sz="1600" spc="-10" i="1">
                <a:solidFill>
                  <a:srgbClr val="02C39A"/>
                </a:solidFill>
                <a:latin typeface="Calibri"/>
                <a:cs typeface="Calibri"/>
              </a:rPr>
              <a:t> </a:t>
            </a:r>
            <a:r>
              <a:rPr dirty="0" sz="1600" spc="-25" i="1">
                <a:solidFill>
                  <a:srgbClr val="02C39A"/>
                </a:solidFill>
                <a:latin typeface="Calibri"/>
                <a:cs typeface="Calibri"/>
              </a:rPr>
              <a:t>data-</a:t>
            </a:r>
            <a:r>
              <a:rPr dirty="0" sz="1600" i="1">
                <a:solidFill>
                  <a:srgbClr val="02C39A"/>
                </a:solidFill>
                <a:latin typeface="Calibri"/>
                <a:cs typeface="Calibri"/>
              </a:rPr>
              <a:t>driven</a:t>
            </a:r>
            <a:r>
              <a:rPr dirty="0" sz="1600" spc="-15" i="1">
                <a:solidFill>
                  <a:srgbClr val="02C39A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02C39A"/>
                </a:solidFill>
                <a:latin typeface="Calibri"/>
                <a:cs typeface="Calibri"/>
              </a:rPr>
              <a:t>solution</a:t>
            </a:r>
            <a:r>
              <a:rPr dirty="0" sz="1600" spc="-5" i="1">
                <a:solidFill>
                  <a:srgbClr val="02C39A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02C39A"/>
                </a:solidFill>
                <a:latin typeface="Calibri"/>
                <a:cs typeface="Calibri"/>
              </a:rPr>
              <a:t>for</a:t>
            </a:r>
            <a:r>
              <a:rPr dirty="0" sz="1600" spc="-5" i="1">
                <a:solidFill>
                  <a:srgbClr val="02C39A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02C39A"/>
                </a:solidFill>
                <a:latin typeface="Calibri"/>
                <a:cs typeface="Calibri"/>
              </a:rPr>
              <a:t>colleges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42544" y="2371344"/>
            <a:ext cx="5133975" cy="1750695"/>
            <a:chOff x="542544" y="2371344"/>
            <a:chExt cx="5133975" cy="1750695"/>
          </a:xfrm>
        </p:grpSpPr>
        <p:sp>
          <p:nvSpPr>
            <p:cNvPr id="21" name="object 21"/>
            <p:cNvSpPr/>
            <p:nvPr/>
          </p:nvSpPr>
          <p:spPr>
            <a:xfrm>
              <a:off x="549021" y="2377821"/>
              <a:ext cx="5120640" cy="1737360"/>
            </a:xfrm>
            <a:custGeom>
              <a:avLst/>
              <a:gdLst/>
              <a:ahLst/>
              <a:cxnLst/>
              <a:rect l="l" t="t" r="r" b="b"/>
              <a:pathLst>
                <a:path w="5120640" h="1737360">
                  <a:moveTo>
                    <a:pt x="5010912" y="0"/>
                  </a:moveTo>
                  <a:lnTo>
                    <a:pt x="109728" y="0"/>
                  </a:lnTo>
                  <a:lnTo>
                    <a:pt x="67015" y="8626"/>
                  </a:lnTo>
                  <a:lnTo>
                    <a:pt x="32137" y="32146"/>
                  </a:lnTo>
                  <a:lnTo>
                    <a:pt x="8622" y="67026"/>
                  </a:lnTo>
                  <a:lnTo>
                    <a:pt x="0" y="109727"/>
                  </a:lnTo>
                  <a:lnTo>
                    <a:pt x="0" y="1627631"/>
                  </a:lnTo>
                  <a:lnTo>
                    <a:pt x="8622" y="1670344"/>
                  </a:lnTo>
                  <a:lnTo>
                    <a:pt x="32137" y="1705222"/>
                  </a:lnTo>
                  <a:lnTo>
                    <a:pt x="67015" y="1728737"/>
                  </a:lnTo>
                  <a:lnTo>
                    <a:pt x="109728" y="1737359"/>
                  </a:lnTo>
                  <a:lnTo>
                    <a:pt x="5010912" y="1737359"/>
                  </a:lnTo>
                  <a:lnTo>
                    <a:pt x="5053613" y="1728737"/>
                  </a:lnTo>
                  <a:lnTo>
                    <a:pt x="5088493" y="1705222"/>
                  </a:lnTo>
                  <a:lnTo>
                    <a:pt x="5112013" y="1670344"/>
                  </a:lnTo>
                  <a:lnTo>
                    <a:pt x="5120640" y="1627631"/>
                  </a:lnTo>
                  <a:lnTo>
                    <a:pt x="5120640" y="109727"/>
                  </a:lnTo>
                  <a:lnTo>
                    <a:pt x="5112013" y="67026"/>
                  </a:lnTo>
                  <a:lnTo>
                    <a:pt x="5088493" y="32146"/>
                  </a:lnTo>
                  <a:lnTo>
                    <a:pt x="5053613" y="8626"/>
                  </a:lnTo>
                  <a:lnTo>
                    <a:pt x="5010912" y="0"/>
                  </a:lnTo>
                  <a:close/>
                </a:path>
              </a:pathLst>
            </a:custGeom>
            <a:solidFill>
              <a:srgbClr val="095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49021" y="2377821"/>
              <a:ext cx="5120640" cy="1737360"/>
            </a:xfrm>
            <a:custGeom>
              <a:avLst/>
              <a:gdLst/>
              <a:ahLst/>
              <a:cxnLst/>
              <a:rect l="l" t="t" r="r" b="b"/>
              <a:pathLst>
                <a:path w="5120640" h="1737360">
                  <a:moveTo>
                    <a:pt x="0" y="109727"/>
                  </a:moveTo>
                  <a:lnTo>
                    <a:pt x="8622" y="67026"/>
                  </a:lnTo>
                  <a:lnTo>
                    <a:pt x="32137" y="32146"/>
                  </a:lnTo>
                  <a:lnTo>
                    <a:pt x="67015" y="8626"/>
                  </a:lnTo>
                  <a:lnTo>
                    <a:pt x="109728" y="0"/>
                  </a:lnTo>
                  <a:lnTo>
                    <a:pt x="5010912" y="0"/>
                  </a:lnTo>
                  <a:lnTo>
                    <a:pt x="5053613" y="8626"/>
                  </a:lnTo>
                  <a:lnTo>
                    <a:pt x="5088493" y="32146"/>
                  </a:lnTo>
                  <a:lnTo>
                    <a:pt x="5112013" y="67026"/>
                  </a:lnTo>
                  <a:lnTo>
                    <a:pt x="5120640" y="109727"/>
                  </a:lnTo>
                  <a:lnTo>
                    <a:pt x="5120640" y="1627631"/>
                  </a:lnTo>
                  <a:lnTo>
                    <a:pt x="5112013" y="1670344"/>
                  </a:lnTo>
                  <a:lnTo>
                    <a:pt x="5088493" y="1705222"/>
                  </a:lnTo>
                  <a:lnTo>
                    <a:pt x="5053613" y="1728737"/>
                  </a:lnTo>
                  <a:lnTo>
                    <a:pt x="5010912" y="1737359"/>
                  </a:lnTo>
                  <a:lnTo>
                    <a:pt x="109728" y="1737359"/>
                  </a:lnTo>
                  <a:lnTo>
                    <a:pt x="67015" y="1728737"/>
                  </a:lnTo>
                  <a:lnTo>
                    <a:pt x="32137" y="1705222"/>
                  </a:lnTo>
                  <a:lnTo>
                    <a:pt x="8622" y="1670344"/>
                  </a:lnTo>
                  <a:lnTo>
                    <a:pt x="0" y="1627631"/>
                  </a:lnTo>
                  <a:lnTo>
                    <a:pt x="0" y="109727"/>
                  </a:lnTo>
                  <a:close/>
                </a:path>
              </a:pathLst>
            </a:custGeom>
            <a:ln w="12954">
              <a:solidFill>
                <a:srgbClr val="095C7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64540" y="2679033"/>
            <a:ext cx="2439670" cy="108712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300" spc="-10" b="1">
                <a:solidFill>
                  <a:srgbClr val="02C39A"/>
                </a:solidFill>
                <a:latin typeface="Calibri"/>
                <a:cs typeface="Calibri"/>
              </a:rPr>
              <a:t>Presented</a:t>
            </a:r>
            <a:r>
              <a:rPr dirty="0" sz="1300" spc="10" b="1">
                <a:solidFill>
                  <a:srgbClr val="02C39A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02C39A"/>
                </a:solidFill>
                <a:latin typeface="Calibri"/>
                <a:cs typeface="Calibri"/>
              </a:rPr>
              <a:t>By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200" spc="-90">
                <a:solidFill>
                  <a:srgbClr val="FFFFFF"/>
                </a:solidFill>
                <a:latin typeface="Calibri"/>
                <a:cs typeface="Calibri"/>
              </a:rPr>
              <a:t>P.</a:t>
            </a:r>
            <a:r>
              <a:rPr dirty="0" sz="12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Sri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Divya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Roll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No: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2620090130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D.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Bhavya</a:t>
            </a:r>
            <a:r>
              <a:rPr dirty="0" sz="1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Sree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Roll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No: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2620080023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C.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Yasaswini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Roll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No: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2620030206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90">
                <a:solidFill>
                  <a:srgbClr val="FFFFFF"/>
                </a:solidFill>
                <a:latin typeface="Calibri"/>
                <a:cs typeface="Calibri"/>
              </a:rPr>
              <a:t>P.</a:t>
            </a:r>
            <a:r>
              <a:rPr dirty="0" sz="12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Sneha</a:t>
            </a:r>
            <a:r>
              <a:rPr dirty="0"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Roll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No:</a:t>
            </a:r>
            <a:r>
              <a:rPr dirty="0"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2620030603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28944" y="-6477"/>
            <a:ext cx="3121660" cy="5156835"/>
            <a:chOff x="6028944" y="-6477"/>
            <a:chExt cx="3121660" cy="5156835"/>
          </a:xfrm>
        </p:grpSpPr>
        <p:sp>
          <p:nvSpPr>
            <p:cNvPr id="4" name="object 4"/>
            <p:cNvSpPr/>
            <p:nvPr/>
          </p:nvSpPr>
          <p:spPr>
            <a:xfrm>
              <a:off x="6035421" y="0"/>
              <a:ext cx="3108960" cy="3109595"/>
            </a:xfrm>
            <a:custGeom>
              <a:avLst/>
              <a:gdLst/>
              <a:ahLst/>
              <a:cxnLst/>
              <a:rect l="l" t="t" r="r" b="b"/>
              <a:pathLst>
                <a:path w="3108959" h="3109595">
                  <a:moveTo>
                    <a:pt x="3108579" y="0"/>
                  </a:moveTo>
                  <a:lnTo>
                    <a:pt x="256001" y="0"/>
                  </a:lnTo>
                  <a:lnTo>
                    <a:pt x="243142" y="23670"/>
                  </a:lnTo>
                  <a:lnTo>
                    <a:pt x="222393" y="63913"/>
                  </a:lnTo>
                  <a:lnTo>
                    <a:pt x="202491" y="104653"/>
                  </a:lnTo>
                  <a:lnTo>
                    <a:pt x="183446" y="145880"/>
                  </a:lnTo>
                  <a:lnTo>
                    <a:pt x="165270" y="187582"/>
                  </a:lnTo>
                  <a:lnTo>
                    <a:pt x="147976" y="229748"/>
                  </a:lnTo>
                  <a:lnTo>
                    <a:pt x="131574" y="272365"/>
                  </a:lnTo>
                  <a:lnTo>
                    <a:pt x="116076" y="315423"/>
                  </a:lnTo>
                  <a:lnTo>
                    <a:pt x="101494" y="358909"/>
                  </a:lnTo>
                  <a:lnTo>
                    <a:pt x="87839" y="402812"/>
                  </a:lnTo>
                  <a:lnTo>
                    <a:pt x="75124" y="447121"/>
                  </a:lnTo>
                  <a:lnTo>
                    <a:pt x="63358" y="491823"/>
                  </a:lnTo>
                  <a:lnTo>
                    <a:pt x="52556" y="536907"/>
                  </a:lnTo>
                  <a:lnTo>
                    <a:pt x="42727" y="582362"/>
                  </a:lnTo>
                  <a:lnTo>
                    <a:pt x="33883" y="628177"/>
                  </a:lnTo>
                  <a:lnTo>
                    <a:pt x="26036" y="674338"/>
                  </a:lnTo>
                  <a:lnTo>
                    <a:pt x="19198" y="720835"/>
                  </a:lnTo>
                  <a:lnTo>
                    <a:pt x="13380" y="767657"/>
                  </a:lnTo>
                  <a:lnTo>
                    <a:pt x="8594" y="814791"/>
                  </a:lnTo>
                  <a:lnTo>
                    <a:pt x="4851" y="862226"/>
                  </a:lnTo>
                  <a:lnTo>
                    <a:pt x="2164" y="909950"/>
                  </a:lnTo>
                  <a:lnTo>
                    <a:pt x="542" y="957952"/>
                  </a:lnTo>
                  <a:lnTo>
                    <a:pt x="0" y="1006221"/>
                  </a:lnTo>
                  <a:lnTo>
                    <a:pt x="542" y="1054489"/>
                  </a:lnTo>
                  <a:lnTo>
                    <a:pt x="2164" y="1102491"/>
                  </a:lnTo>
                  <a:lnTo>
                    <a:pt x="4851" y="1150215"/>
                  </a:lnTo>
                  <a:lnTo>
                    <a:pt x="8594" y="1197650"/>
                  </a:lnTo>
                  <a:lnTo>
                    <a:pt x="13380" y="1244784"/>
                  </a:lnTo>
                  <a:lnTo>
                    <a:pt x="19198" y="1291606"/>
                  </a:lnTo>
                  <a:lnTo>
                    <a:pt x="26036" y="1338103"/>
                  </a:lnTo>
                  <a:lnTo>
                    <a:pt x="33883" y="1384264"/>
                  </a:lnTo>
                  <a:lnTo>
                    <a:pt x="42727" y="1430079"/>
                  </a:lnTo>
                  <a:lnTo>
                    <a:pt x="52556" y="1475534"/>
                  </a:lnTo>
                  <a:lnTo>
                    <a:pt x="63358" y="1520618"/>
                  </a:lnTo>
                  <a:lnTo>
                    <a:pt x="75124" y="1565320"/>
                  </a:lnTo>
                  <a:lnTo>
                    <a:pt x="87839" y="1609629"/>
                  </a:lnTo>
                  <a:lnTo>
                    <a:pt x="101494" y="1653532"/>
                  </a:lnTo>
                  <a:lnTo>
                    <a:pt x="116076" y="1697018"/>
                  </a:lnTo>
                  <a:lnTo>
                    <a:pt x="131574" y="1740076"/>
                  </a:lnTo>
                  <a:lnTo>
                    <a:pt x="147976" y="1782693"/>
                  </a:lnTo>
                  <a:lnTo>
                    <a:pt x="165270" y="1824859"/>
                  </a:lnTo>
                  <a:lnTo>
                    <a:pt x="183446" y="1866561"/>
                  </a:lnTo>
                  <a:lnTo>
                    <a:pt x="202491" y="1907788"/>
                  </a:lnTo>
                  <a:lnTo>
                    <a:pt x="222393" y="1948528"/>
                  </a:lnTo>
                  <a:lnTo>
                    <a:pt x="243142" y="1988771"/>
                  </a:lnTo>
                  <a:lnTo>
                    <a:pt x="264726" y="2028503"/>
                  </a:lnTo>
                  <a:lnTo>
                    <a:pt x="287132" y="2067715"/>
                  </a:lnTo>
                  <a:lnTo>
                    <a:pt x="310350" y="2106393"/>
                  </a:lnTo>
                  <a:lnTo>
                    <a:pt x="334368" y="2144527"/>
                  </a:lnTo>
                  <a:lnTo>
                    <a:pt x="359174" y="2182104"/>
                  </a:lnTo>
                  <a:lnTo>
                    <a:pt x="384756" y="2219114"/>
                  </a:lnTo>
                  <a:lnTo>
                    <a:pt x="411104" y="2255544"/>
                  </a:lnTo>
                  <a:lnTo>
                    <a:pt x="438205" y="2291383"/>
                  </a:lnTo>
                  <a:lnTo>
                    <a:pt x="466047" y="2326620"/>
                  </a:lnTo>
                  <a:lnTo>
                    <a:pt x="494620" y="2361243"/>
                  </a:lnTo>
                  <a:lnTo>
                    <a:pt x="523911" y="2395239"/>
                  </a:lnTo>
                  <a:lnTo>
                    <a:pt x="553910" y="2428599"/>
                  </a:lnTo>
                  <a:lnTo>
                    <a:pt x="584604" y="2461309"/>
                  </a:lnTo>
                  <a:lnTo>
                    <a:pt x="615981" y="2493359"/>
                  </a:lnTo>
                  <a:lnTo>
                    <a:pt x="648031" y="2524736"/>
                  </a:lnTo>
                  <a:lnTo>
                    <a:pt x="680741" y="2555430"/>
                  </a:lnTo>
                  <a:lnTo>
                    <a:pt x="714101" y="2585429"/>
                  </a:lnTo>
                  <a:lnTo>
                    <a:pt x="748097" y="2614720"/>
                  </a:lnTo>
                  <a:lnTo>
                    <a:pt x="782720" y="2643293"/>
                  </a:lnTo>
                  <a:lnTo>
                    <a:pt x="817957" y="2671135"/>
                  </a:lnTo>
                  <a:lnTo>
                    <a:pt x="853796" y="2698236"/>
                  </a:lnTo>
                  <a:lnTo>
                    <a:pt x="890226" y="2724584"/>
                  </a:lnTo>
                  <a:lnTo>
                    <a:pt x="927236" y="2750166"/>
                  </a:lnTo>
                  <a:lnTo>
                    <a:pt x="964813" y="2774972"/>
                  </a:lnTo>
                  <a:lnTo>
                    <a:pt x="1002947" y="2798990"/>
                  </a:lnTo>
                  <a:lnTo>
                    <a:pt x="1041625" y="2822208"/>
                  </a:lnTo>
                  <a:lnTo>
                    <a:pt x="1080837" y="2844614"/>
                  </a:lnTo>
                  <a:lnTo>
                    <a:pt x="1120569" y="2866198"/>
                  </a:lnTo>
                  <a:lnTo>
                    <a:pt x="1160812" y="2886947"/>
                  </a:lnTo>
                  <a:lnTo>
                    <a:pt x="1201552" y="2906849"/>
                  </a:lnTo>
                  <a:lnTo>
                    <a:pt x="1242779" y="2925894"/>
                  </a:lnTo>
                  <a:lnTo>
                    <a:pt x="1284481" y="2944070"/>
                  </a:lnTo>
                  <a:lnTo>
                    <a:pt x="1326647" y="2961364"/>
                  </a:lnTo>
                  <a:lnTo>
                    <a:pt x="1369264" y="2977766"/>
                  </a:lnTo>
                  <a:lnTo>
                    <a:pt x="1412322" y="2993264"/>
                  </a:lnTo>
                  <a:lnTo>
                    <a:pt x="1455808" y="3007846"/>
                  </a:lnTo>
                  <a:lnTo>
                    <a:pt x="1499711" y="3021501"/>
                  </a:lnTo>
                  <a:lnTo>
                    <a:pt x="1544020" y="3034216"/>
                  </a:lnTo>
                  <a:lnTo>
                    <a:pt x="1588722" y="3045982"/>
                  </a:lnTo>
                  <a:lnTo>
                    <a:pt x="1633806" y="3056784"/>
                  </a:lnTo>
                  <a:lnTo>
                    <a:pt x="1679261" y="3066613"/>
                  </a:lnTo>
                  <a:lnTo>
                    <a:pt x="1725076" y="3075457"/>
                  </a:lnTo>
                  <a:lnTo>
                    <a:pt x="1771237" y="3083304"/>
                  </a:lnTo>
                  <a:lnTo>
                    <a:pt x="1817734" y="3090142"/>
                  </a:lnTo>
                  <a:lnTo>
                    <a:pt x="1864556" y="3095960"/>
                  </a:lnTo>
                  <a:lnTo>
                    <a:pt x="1911690" y="3100746"/>
                  </a:lnTo>
                  <a:lnTo>
                    <a:pt x="1959125" y="3104489"/>
                  </a:lnTo>
                  <a:lnTo>
                    <a:pt x="2006849" y="3107176"/>
                  </a:lnTo>
                  <a:lnTo>
                    <a:pt x="2054851" y="3108798"/>
                  </a:lnTo>
                  <a:lnTo>
                    <a:pt x="2103120" y="3109341"/>
                  </a:lnTo>
                  <a:lnTo>
                    <a:pt x="2151388" y="3108798"/>
                  </a:lnTo>
                  <a:lnTo>
                    <a:pt x="2199390" y="3107176"/>
                  </a:lnTo>
                  <a:lnTo>
                    <a:pt x="2247114" y="3104489"/>
                  </a:lnTo>
                  <a:lnTo>
                    <a:pt x="2294549" y="3100746"/>
                  </a:lnTo>
                  <a:lnTo>
                    <a:pt x="2341683" y="3095960"/>
                  </a:lnTo>
                  <a:lnTo>
                    <a:pt x="2388505" y="3090142"/>
                  </a:lnTo>
                  <a:lnTo>
                    <a:pt x="2435002" y="3083304"/>
                  </a:lnTo>
                  <a:lnTo>
                    <a:pt x="2481163" y="3075457"/>
                  </a:lnTo>
                  <a:lnTo>
                    <a:pt x="2526978" y="3066613"/>
                  </a:lnTo>
                  <a:lnTo>
                    <a:pt x="2572433" y="3056784"/>
                  </a:lnTo>
                  <a:lnTo>
                    <a:pt x="2617517" y="3045982"/>
                  </a:lnTo>
                  <a:lnTo>
                    <a:pt x="2662219" y="3034216"/>
                  </a:lnTo>
                  <a:lnTo>
                    <a:pt x="2706528" y="3021501"/>
                  </a:lnTo>
                  <a:lnTo>
                    <a:pt x="2750431" y="3007846"/>
                  </a:lnTo>
                  <a:lnTo>
                    <a:pt x="2793917" y="2993264"/>
                  </a:lnTo>
                  <a:lnTo>
                    <a:pt x="2836975" y="2977766"/>
                  </a:lnTo>
                  <a:lnTo>
                    <a:pt x="2879592" y="2961364"/>
                  </a:lnTo>
                  <a:lnTo>
                    <a:pt x="2921758" y="2944070"/>
                  </a:lnTo>
                  <a:lnTo>
                    <a:pt x="2963460" y="2925894"/>
                  </a:lnTo>
                  <a:lnTo>
                    <a:pt x="3004687" y="2906849"/>
                  </a:lnTo>
                  <a:lnTo>
                    <a:pt x="3045427" y="2886947"/>
                  </a:lnTo>
                  <a:lnTo>
                    <a:pt x="3085670" y="2866198"/>
                  </a:lnTo>
                  <a:lnTo>
                    <a:pt x="3108579" y="2853753"/>
                  </a:lnTo>
                  <a:lnTo>
                    <a:pt x="3108579" y="0"/>
                  </a:lnTo>
                  <a:close/>
                </a:path>
              </a:pathLst>
            </a:custGeom>
            <a:solidFill>
              <a:srgbClr val="055A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035421" y="0"/>
              <a:ext cx="3108960" cy="3109595"/>
            </a:xfrm>
            <a:custGeom>
              <a:avLst/>
              <a:gdLst/>
              <a:ahLst/>
              <a:cxnLst/>
              <a:rect l="l" t="t" r="r" b="b"/>
              <a:pathLst>
                <a:path w="3108959" h="3109595">
                  <a:moveTo>
                    <a:pt x="3108579" y="2853753"/>
                  </a:moveTo>
                  <a:lnTo>
                    <a:pt x="3045427" y="2886947"/>
                  </a:lnTo>
                  <a:lnTo>
                    <a:pt x="3004687" y="2906849"/>
                  </a:lnTo>
                  <a:lnTo>
                    <a:pt x="2963460" y="2925894"/>
                  </a:lnTo>
                  <a:lnTo>
                    <a:pt x="2921758" y="2944070"/>
                  </a:lnTo>
                  <a:lnTo>
                    <a:pt x="2879592" y="2961364"/>
                  </a:lnTo>
                  <a:lnTo>
                    <a:pt x="2836975" y="2977766"/>
                  </a:lnTo>
                  <a:lnTo>
                    <a:pt x="2793917" y="2993264"/>
                  </a:lnTo>
                  <a:lnTo>
                    <a:pt x="2750431" y="3007846"/>
                  </a:lnTo>
                  <a:lnTo>
                    <a:pt x="2706528" y="3021501"/>
                  </a:lnTo>
                  <a:lnTo>
                    <a:pt x="2662219" y="3034216"/>
                  </a:lnTo>
                  <a:lnTo>
                    <a:pt x="2617517" y="3045982"/>
                  </a:lnTo>
                  <a:lnTo>
                    <a:pt x="2572433" y="3056784"/>
                  </a:lnTo>
                  <a:lnTo>
                    <a:pt x="2526978" y="3066613"/>
                  </a:lnTo>
                  <a:lnTo>
                    <a:pt x="2481163" y="3075457"/>
                  </a:lnTo>
                  <a:lnTo>
                    <a:pt x="2435002" y="3083304"/>
                  </a:lnTo>
                  <a:lnTo>
                    <a:pt x="2388505" y="3090142"/>
                  </a:lnTo>
                  <a:lnTo>
                    <a:pt x="2341683" y="3095960"/>
                  </a:lnTo>
                  <a:lnTo>
                    <a:pt x="2294549" y="3100746"/>
                  </a:lnTo>
                  <a:lnTo>
                    <a:pt x="2247114" y="3104489"/>
                  </a:lnTo>
                  <a:lnTo>
                    <a:pt x="2199390" y="3107176"/>
                  </a:lnTo>
                  <a:lnTo>
                    <a:pt x="2151388" y="3108798"/>
                  </a:lnTo>
                  <a:lnTo>
                    <a:pt x="2103120" y="3109341"/>
                  </a:lnTo>
                  <a:lnTo>
                    <a:pt x="2054851" y="3108798"/>
                  </a:lnTo>
                  <a:lnTo>
                    <a:pt x="2006849" y="3107176"/>
                  </a:lnTo>
                  <a:lnTo>
                    <a:pt x="1959125" y="3104489"/>
                  </a:lnTo>
                  <a:lnTo>
                    <a:pt x="1911690" y="3100746"/>
                  </a:lnTo>
                  <a:lnTo>
                    <a:pt x="1864556" y="3095960"/>
                  </a:lnTo>
                  <a:lnTo>
                    <a:pt x="1817734" y="3090142"/>
                  </a:lnTo>
                  <a:lnTo>
                    <a:pt x="1771237" y="3083304"/>
                  </a:lnTo>
                  <a:lnTo>
                    <a:pt x="1725076" y="3075457"/>
                  </a:lnTo>
                  <a:lnTo>
                    <a:pt x="1679261" y="3066613"/>
                  </a:lnTo>
                  <a:lnTo>
                    <a:pt x="1633806" y="3056784"/>
                  </a:lnTo>
                  <a:lnTo>
                    <a:pt x="1588722" y="3045982"/>
                  </a:lnTo>
                  <a:lnTo>
                    <a:pt x="1544020" y="3034216"/>
                  </a:lnTo>
                  <a:lnTo>
                    <a:pt x="1499711" y="3021501"/>
                  </a:lnTo>
                  <a:lnTo>
                    <a:pt x="1455808" y="3007846"/>
                  </a:lnTo>
                  <a:lnTo>
                    <a:pt x="1412322" y="2993264"/>
                  </a:lnTo>
                  <a:lnTo>
                    <a:pt x="1369264" y="2977766"/>
                  </a:lnTo>
                  <a:lnTo>
                    <a:pt x="1326647" y="2961364"/>
                  </a:lnTo>
                  <a:lnTo>
                    <a:pt x="1284481" y="2944070"/>
                  </a:lnTo>
                  <a:lnTo>
                    <a:pt x="1242779" y="2925894"/>
                  </a:lnTo>
                  <a:lnTo>
                    <a:pt x="1201552" y="2906849"/>
                  </a:lnTo>
                  <a:lnTo>
                    <a:pt x="1160812" y="2886947"/>
                  </a:lnTo>
                  <a:lnTo>
                    <a:pt x="1120569" y="2866198"/>
                  </a:lnTo>
                  <a:lnTo>
                    <a:pt x="1080837" y="2844614"/>
                  </a:lnTo>
                  <a:lnTo>
                    <a:pt x="1041625" y="2822208"/>
                  </a:lnTo>
                  <a:lnTo>
                    <a:pt x="1002947" y="2798990"/>
                  </a:lnTo>
                  <a:lnTo>
                    <a:pt x="964813" y="2774972"/>
                  </a:lnTo>
                  <a:lnTo>
                    <a:pt x="927236" y="2750166"/>
                  </a:lnTo>
                  <a:lnTo>
                    <a:pt x="890226" y="2724584"/>
                  </a:lnTo>
                  <a:lnTo>
                    <a:pt x="853796" y="2698236"/>
                  </a:lnTo>
                  <a:lnTo>
                    <a:pt x="817957" y="2671135"/>
                  </a:lnTo>
                  <a:lnTo>
                    <a:pt x="782720" y="2643293"/>
                  </a:lnTo>
                  <a:lnTo>
                    <a:pt x="748097" y="2614720"/>
                  </a:lnTo>
                  <a:lnTo>
                    <a:pt x="714101" y="2585429"/>
                  </a:lnTo>
                  <a:lnTo>
                    <a:pt x="680741" y="2555430"/>
                  </a:lnTo>
                  <a:lnTo>
                    <a:pt x="648031" y="2524736"/>
                  </a:lnTo>
                  <a:lnTo>
                    <a:pt x="615981" y="2493359"/>
                  </a:lnTo>
                  <a:lnTo>
                    <a:pt x="584604" y="2461309"/>
                  </a:lnTo>
                  <a:lnTo>
                    <a:pt x="553910" y="2428599"/>
                  </a:lnTo>
                  <a:lnTo>
                    <a:pt x="523911" y="2395239"/>
                  </a:lnTo>
                  <a:lnTo>
                    <a:pt x="494620" y="2361243"/>
                  </a:lnTo>
                  <a:lnTo>
                    <a:pt x="466047" y="2326620"/>
                  </a:lnTo>
                  <a:lnTo>
                    <a:pt x="438205" y="2291383"/>
                  </a:lnTo>
                  <a:lnTo>
                    <a:pt x="411104" y="2255544"/>
                  </a:lnTo>
                  <a:lnTo>
                    <a:pt x="384756" y="2219114"/>
                  </a:lnTo>
                  <a:lnTo>
                    <a:pt x="359174" y="2182104"/>
                  </a:lnTo>
                  <a:lnTo>
                    <a:pt x="334368" y="2144527"/>
                  </a:lnTo>
                  <a:lnTo>
                    <a:pt x="310350" y="2106393"/>
                  </a:lnTo>
                  <a:lnTo>
                    <a:pt x="287132" y="2067715"/>
                  </a:lnTo>
                  <a:lnTo>
                    <a:pt x="264726" y="2028503"/>
                  </a:lnTo>
                  <a:lnTo>
                    <a:pt x="243142" y="1988771"/>
                  </a:lnTo>
                  <a:lnTo>
                    <a:pt x="222393" y="1948528"/>
                  </a:lnTo>
                  <a:lnTo>
                    <a:pt x="202491" y="1907788"/>
                  </a:lnTo>
                  <a:lnTo>
                    <a:pt x="183446" y="1866561"/>
                  </a:lnTo>
                  <a:lnTo>
                    <a:pt x="165270" y="1824859"/>
                  </a:lnTo>
                  <a:lnTo>
                    <a:pt x="147976" y="1782693"/>
                  </a:lnTo>
                  <a:lnTo>
                    <a:pt x="131574" y="1740076"/>
                  </a:lnTo>
                  <a:lnTo>
                    <a:pt x="116076" y="1697018"/>
                  </a:lnTo>
                  <a:lnTo>
                    <a:pt x="101494" y="1653532"/>
                  </a:lnTo>
                  <a:lnTo>
                    <a:pt x="87839" y="1609629"/>
                  </a:lnTo>
                  <a:lnTo>
                    <a:pt x="75124" y="1565320"/>
                  </a:lnTo>
                  <a:lnTo>
                    <a:pt x="63358" y="1520618"/>
                  </a:lnTo>
                  <a:lnTo>
                    <a:pt x="52556" y="1475534"/>
                  </a:lnTo>
                  <a:lnTo>
                    <a:pt x="42727" y="1430079"/>
                  </a:lnTo>
                  <a:lnTo>
                    <a:pt x="33883" y="1384264"/>
                  </a:lnTo>
                  <a:lnTo>
                    <a:pt x="26036" y="1338103"/>
                  </a:lnTo>
                  <a:lnTo>
                    <a:pt x="19198" y="1291606"/>
                  </a:lnTo>
                  <a:lnTo>
                    <a:pt x="13380" y="1244784"/>
                  </a:lnTo>
                  <a:lnTo>
                    <a:pt x="8594" y="1197650"/>
                  </a:lnTo>
                  <a:lnTo>
                    <a:pt x="4851" y="1150215"/>
                  </a:lnTo>
                  <a:lnTo>
                    <a:pt x="2164" y="1102491"/>
                  </a:lnTo>
                  <a:lnTo>
                    <a:pt x="542" y="1054489"/>
                  </a:lnTo>
                  <a:lnTo>
                    <a:pt x="0" y="1006221"/>
                  </a:lnTo>
                  <a:lnTo>
                    <a:pt x="542" y="957952"/>
                  </a:lnTo>
                  <a:lnTo>
                    <a:pt x="2164" y="909950"/>
                  </a:lnTo>
                  <a:lnTo>
                    <a:pt x="4851" y="862226"/>
                  </a:lnTo>
                  <a:lnTo>
                    <a:pt x="8594" y="814791"/>
                  </a:lnTo>
                  <a:lnTo>
                    <a:pt x="13380" y="767657"/>
                  </a:lnTo>
                  <a:lnTo>
                    <a:pt x="19198" y="720835"/>
                  </a:lnTo>
                  <a:lnTo>
                    <a:pt x="26036" y="674338"/>
                  </a:lnTo>
                  <a:lnTo>
                    <a:pt x="33883" y="628177"/>
                  </a:lnTo>
                  <a:lnTo>
                    <a:pt x="42727" y="582362"/>
                  </a:lnTo>
                  <a:lnTo>
                    <a:pt x="52556" y="536907"/>
                  </a:lnTo>
                  <a:lnTo>
                    <a:pt x="63358" y="491823"/>
                  </a:lnTo>
                  <a:lnTo>
                    <a:pt x="75124" y="447121"/>
                  </a:lnTo>
                  <a:lnTo>
                    <a:pt x="87839" y="402812"/>
                  </a:lnTo>
                  <a:lnTo>
                    <a:pt x="101494" y="358909"/>
                  </a:lnTo>
                  <a:lnTo>
                    <a:pt x="116076" y="315423"/>
                  </a:lnTo>
                  <a:lnTo>
                    <a:pt x="131574" y="272365"/>
                  </a:lnTo>
                  <a:lnTo>
                    <a:pt x="147976" y="229748"/>
                  </a:lnTo>
                  <a:lnTo>
                    <a:pt x="165270" y="187582"/>
                  </a:lnTo>
                  <a:lnTo>
                    <a:pt x="183446" y="145880"/>
                  </a:lnTo>
                  <a:lnTo>
                    <a:pt x="202491" y="104653"/>
                  </a:lnTo>
                  <a:lnTo>
                    <a:pt x="222393" y="63913"/>
                  </a:lnTo>
                  <a:lnTo>
                    <a:pt x="243142" y="23670"/>
                  </a:lnTo>
                  <a:lnTo>
                    <a:pt x="256001" y="0"/>
                  </a:lnTo>
                </a:path>
              </a:pathLst>
            </a:custGeom>
            <a:ln w="12954">
              <a:solidFill>
                <a:srgbClr val="055A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949821" y="3109341"/>
              <a:ext cx="2194560" cy="2034539"/>
            </a:xfrm>
            <a:custGeom>
              <a:avLst/>
              <a:gdLst/>
              <a:ahLst/>
              <a:cxnLst/>
              <a:rect l="l" t="t" r="r" b="b"/>
              <a:pathLst>
                <a:path w="2194559" h="2034539">
                  <a:moveTo>
                    <a:pt x="1463040" y="0"/>
                  </a:moveTo>
                  <a:lnTo>
                    <a:pt x="1414749" y="782"/>
                  </a:lnTo>
                  <a:lnTo>
                    <a:pt x="1366849" y="3112"/>
                  </a:lnTo>
                  <a:lnTo>
                    <a:pt x="1319364" y="6966"/>
                  </a:lnTo>
                  <a:lnTo>
                    <a:pt x="1272319" y="12320"/>
                  </a:lnTo>
                  <a:lnTo>
                    <a:pt x="1225737" y="19149"/>
                  </a:lnTo>
                  <a:lnTo>
                    <a:pt x="1179642" y="27431"/>
                  </a:lnTo>
                  <a:lnTo>
                    <a:pt x="1134059" y="37139"/>
                  </a:lnTo>
                  <a:lnTo>
                    <a:pt x="1089012" y="48252"/>
                  </a:lnTo>
                  <a:lnTo>
                    <a:pt x="1044525" y="60743"/>
                  </a:lnTo>
                  <a:lnTo>
                    <a:pt x="1000621" y="74590"/>
                  </a:lnTo>
                  <a:lnTo>
                    <a:pt x="957326" y="89768"/>
                  </a:lnTo>
                  <a:lnTo>
                    <a:pt x="914663" y="106253"/>
                  </a:lnTo>
                  <a:lnTo>
                    <a:pt x="872655" y="124021"/>
                  </a:lnTo>
                  <a:lnTo>
                    <a:pt x="831329" y="143048"/>
                  </a:lnTo>
                  <a:lnTo>
                    <a:pt x="790706" y="163309"/>
                  </a:lnTo>
                  <a:lnTo>
                    <a:pt x="750813" y="184781"/>
                  </a:lnTo>
                  <a:lnTo>
                    <a:pt x="711671" y="207440"/>
                  </a:lnTo>
                  <a:lnTo>
                    <a:pt x="673307" y="231260"/>
                  </a:lnTo>
                  <a:lnTo>
                    <a:pt x="635743" y="256220"/>
                  </a:lnTo>
                  <a:lnTo>
                    <a:pt x="599005" y="282293"/>
                  </a:lnTo>
                  <a:lnTo>
                    <a:pt x="563115" y="309457"/>
                  </a:lnTo>
                  <a:lnTo>
                    <a:pt x="528099" y="337686"/>
                  </a:lnTo>
                  <a:lnTo>
                    <a:pt x="493979" y="366957"/>
                  </a:lnTo>
                  <a:lnTo>
                    <a:pt x="460782" y="397246"/>
                  </a:lnTo>
                  <a:lnTo>
                    <a:pt x="428529" y="428529"/>
                  </a:lnTo>
                  <a:lnTo>
                    <a:pt x="397246" y="460782"/>
                  </a:lnTo>
                  <a:lnTo>
                    <a:pt x="366957" y="493979"/>
                  </a:lnTo>
                  <a:lnTo>
                    <a:pt x="337686" y="528099"/>
                  </a:lnTo>
                  <a:lnTo>
                    <a:pt x="309457" y="563115"/>
                  </a:lnTo>
                  <a:lnTo>
                    <a:pt x="282293" y="599005"/>
                  </a:lnTo>
                  <a:lnTo>
                    <a:pt x="256220" y="635743"/>
                  </a:lnTo>
                  <a:lnTo>
                    <a:pt x="231260" y="673307"/>
                  </a:lnTo>
                  <a:lnTo>
                    <a:pt x="207440" y="711671"/>
                  </a:lnTo>
                  <a:lnTo>
                    <a:pt x="184781" y="750813"/>
                  </a:lnTo>
                  <a:lnTo>
                    <a:pt x="163309" y="790706"/>
                  </a:lnTo>
                  <a:lnTo>
                    <a:pt x="143048" y="831329"/>
                  </a:lnTo>
                  <a:lnTo>
                    <a:pt x="124021" y="872655"/>
                  </a:lnTo>
                  <a:lnTo>
                    <a:pt x="106253" y="914663"/>
                  </a:lnTo>
                  <a:lnTo>
                    <a:pt x="89768" y="957326"/>
                  </a:lnTo>
                  <a:lnTo>
                    <a:pt x="74590" y="1000621"/>
                  </a:lnTo>
                  <a:lnTo>
                    <a:pt x="60743" y="1044525"/>
                  </a:lnTo>
                  <a:lnTo>
                    <a:pt x="48252" y="1089012"/>
                  </a:lnTo>
                  <a:lnTo>
                    <a:pt x="37139" y="1134059"/>
                  </a:lnTo>
                  <a:lnTo>
                    <a:pt x="27431" y="1179642"/>
                  </a:lnTo>
                  <a:lnTo>
                    <a:pt x="19149" y="1225737"/>
                  </a:lnTo>
                  <a:lnTo>
                    <a:pt x="12320" y="1272319"/>
                  </a:lnTo>
                  <a:lnTo>
                    <a:pt x="6966" y="1319364"/>
                  </a:lnTo>
                  <a:lnTo>
                    <a:pt x="3112" y="1366849"/>
                  </a:lnTo>
                  <a:lnTo>
                    <a:pt x="782" y="1414749"/>
                  </a:lnTo>
                  <a:lnTo>
                    <a:pt x="0" y="1463040"/>
                  </a:lnTo>
                  <a:lnTo>
                    <a:pt x="782" y="1511333"/>
                  </a:lnTo>
                  <a:lnTo>
                    <a:pt x="3112" y="1559234"/>
                  </a:lnTo>
                  <a:lnTo>
                    <a:pt x="6966" y="1606721"/>
                  </a:lnTo>
                  <a:lnTo>
                    <a:pt x="12320" y="1653768"/>
                  </a:lnTo>
                  <a:lnTo>
                    <a:pt x="19149" y="1700352"/>
                  </a:lnTo>
                  <a:lnTo>
                    <a:pt x="27431" y="1746447"/>
                  </a:lnTo>
                  <a:lnTo>
                    <a:pt x="37139" y="1792032"/>
                  </a:lnTo>
                  <a:lnTo>
                    <a:pt x="48252" y="1837080"/>
                  </a:lnTo>
                  <a:lnTo>
                    <a:pt x="60743" y="1881568"/>
                  </a:lnTo>
                  <a:lnTo>
                    <a:pt x="74590" y="1925472"/>
                  </a:lnTo>
                  <a:lnTo>
                    <a:pt x="89768" y="1968768"/>
                  </a:lnTo>
                  <a:lnTo>
                    <a:pt x="106253" y="2011432"/>
                  </a:lnTo>
                  <a:lnTo>
                    <a:pt x="115866" y="2034159"/>
                  </a:lnTo>
                  <a:lnTo>
                    <a:pt x="2194179" y="2034159"/>
                  </a:lnTo>
                  <a:lnTo>
                    <a:pt x="2194179" y="195729"/>
                  </a:lnTo>
                  <a:lnTo>
                    <a:pt x="2175266" y="184781"/>
                  </a:lnTo>
                  <a:lnTo>
                    <a:pt x="2135373" y="163309"/>
                  </a:lnTo>
                  <a:lnTo>
                    <a:pt x="2094750" y="143048"/>
                  </a:lnTo>
                  <a:lnTo>
                    <a:pt x="2053424" y="124021"/>
                  </a:lnTo>
                  <a:lnTo>
                    <a:pt x="2011416" y="106253"/>
                  </a:lnTo>
                  <a:lnTo>
                    <a:pt x="1968753" y="89768"/>
                  </a:lnTo>
                  <a:lnTo>
                    <a:pt x="1925458" y="74590"/>
                  </a:lnTo>
                  <a:lnTo>
                    <a:pt x="1881554" y="60743"/>
                  </a:lnTo>
                  <a:lnTo>
                    <a:pt x="1837067" y="48252"/>
                  </a:lnTo>
                  <a:lnTo>
                    <a:pt x="1792020" y="37139"/>
                  </a:lnTo>
                  <a:lnTo>
                    <a:pt x="1746437" y="27431"/>
                  </a:lnTo>
                  <a:lnTo>
                    <a:pt x="1700342" y="19149"/>
                  </a:lnTo>
                  <a:lnTo>
                    <a:pt x="1653760" y="12320"/>
                  </a:lnTo>
                  <a:lnTo>
                    <a:pt x="1606715" y="6966"/>
                  </a:lnTo>
                  <a:lnTo>
                    <a:pt x="1559230" y="3112"/>
                  </a:lnTo>
                  <a:lnTo>
                    <a:pt x="1511330" y="782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949821" y="3109341"/>
              <a:ext cx="2194560" cy="2034539"/>
            </a:xfrm>
            <a:custGeom>
              <a:avLst/>
              <a:gdLst/>
              <a:ahLst/>
              <a:cxnLst/>
              <a:rect l="l" t="t" r="r" b="b"/>
              <a:pathLst>
                <a:path w="2194559" h="2034539">
                  <a:moveTo>
                    <a:pt x="115866" y="2034159"/>
                  </a:moveTo>
                  <a:lnTo>
                    <a:pt x="89768" y="1968768"/>
                  </a:lnTo>
                  <a:lnTo>
                    <a:pt x="74590" y="1925472"/>
                  </a:lnTo>
                  <a:lnTo>
                    <a:pt x="60743" y="1881568"/>
                  </a:lnTo>
                  <a:lnTo>
                    <a:pt x="48252" y="1837080"/>
                  </a:lnTo>
                  <a:lnTo>
                    <a:pt x="37139" y="1792032"/>
                  </a:lnTo>
                  <a:lnTo>
                    <a:pt x="27431" y="1746447"/>
                  </a:lnTo>
                  <a:lnTo>
                    <a:pt x="19149" y="1700352"/>
                  </a:lnTo>
                  <a:lnTo>
                    <a:pt x="12320" y="1653768"/>
                  </a:lnTo>
                  <a:lnTo>
                    <a:pt x="6966" y="1606721"/>
                  </a:lnTo>
                  <a:lnTo>
                    <a:pt x="3112" y="1559234"/>
                  </a:lnTo>
                  <a:lnTo>
                    <a:pt x="782" y="1511333"/>
                  </a:lnTo>
                  <a:lnTo>
                    <a:pt x="0" y="1463040"/>
                  </a:lnTo>
                  <a:lnTo>
                    <a:pt x="782" y="1414749"/>
                  </a:lnTo>
                  <a:lnTo>
                    <a:pt x="3112" y="1366849"/>
                  </a:lnTo>
                  <a:lnTo>
                    <a:pt x="6966" y="1319364"/>
                  </a:lnTo>
                  <a:lnTo>
                    <a:pt x="12320" y="1272319"/>
                  </a:lnTo>
                  <a:lnTo>
                    <a:pt x="19149" y="1225737"/>
                  </a:lnTo>
                  <a:lnTo>
                    <a:pt x="27431" y="1179642"/>
                  </a:lnTo>
                  <a:lnTo>
                    <a:pt x="37139" y="1134059"/>
                  </a:lnTo>
                  <a:lnTo>
                    <a:pt x="48252" y="1089012"/>
                  </a:lnTo>
                  <a:lnTo>
                    <a:pt x="60743" y="1044525"/>
                  </a:lnTo>
                  <a:lnTo>
                    <a:pt x="74590" y="1000621"/>
                  </a:lnTo>
                  <a:lnTo>
                    <a:pt x="89768" y="957326"/>
                  </a:lnTo>
                  <a:lnTo>
                    <a:pt x="106253" y="914663"/>
                  </a:lnTo>
                  <a:lnTo>
                    <a:pt x="124021" y="872655"/>
                  </a:lnTo>
                  <a:lnTo>
                    <a:pt x="143048" y="831329"/>
                  </a:lnTo>
                  <a:lnTo>
                    <a:pt x="163309" y="790706"/>
                  </a:lnTo>
                  <a:lnTo>
                    <a:pt x="184781" y="750813"/>
                  </a:lnTo>
                  <a:lnTo>
                    <a:pt x="207440" y="711671"/>
                  </a:lnTo>
                  <a:lnTo>
                    <a:pt x="231260" y="673307"/>
                  </a:lnTo>
                  <a:lnTo>
                    <a:pt x="256220" y="635743"/>
                  </a:lnTo>
                  <a:lnTo>
                    <a:pt x="282293" y="599005"/>
                  </a:lnTo>
                  <a:lnTo>
                    <a:pt x="309457" y="563115"/>
                  </a:lnTo>
                  <a:lnTo>
                    <a:pt x="337686" y="528099"/>
                  </a:lnTo>
                  <a:lnTo>
                    <a:pt x="366957" y="493979"/>
                  </a:lnTo>
                  <a:lnTo>
                    <a:pt x="397246" y="460782"/>
                  </a:lnTo>
                  <a:lnTo>
                    <a:pt x="428529" y="428529"/>
                  </a:lnTo>
                  <a:lnTo>
                    <a:pt x="460782" y="397246"/>
                  </a:lnTo>
                  <a:lnTo>
                    <a:pt x="493979" y="366957"/>
                  </a:lnTo>
                  <a:lnTo>
                    <a:pt x="528099" y="337686"/>
                  </a:lnTo>
                  <a:lnTo>
                    <a:pt x="563115" y="309457"/>
                  </a:lnTo>
                  <a:lnTo>
                    <a:pt x="599005" y="282293"/>
                  </a:lnTo>
                  <a:lnTo>
                    <a:pt x="635743" y="256220"/>
                  </a:lnTo>
                  <a:lnTo>
                    <a:pt x="673307" y="231260"/>
                  </a:lnTo>
                  <a:lnTo>
                    <a:pt x="711671" y="207440"/>
                  </a:lnTo>
                  <a:lnTo>
                    <a:pt x="750813" y="184781"/>
                  </a:lnTo>
                  <a:lnTo>
                    <a:pt x="790706" y="163309"/>
                  </a:lnTo>
                  <a:lnTo>
                    <a:pt x="831329" y="143048"/>
                  </a:lnTo>
                  <a:lnTo>
                    <a:pt x="872655" y="124021"/>
                  </a:lnTo>
                  <a:lnTo>
                    <a:pt x="914663" y="106253"/>
                  </a:lnTo>
                  <a:lnTo>
                    <a:pt x="957326" y="89768"/>
                  </a:lnTo>
                  <a:lnTo>
                    <a:pt x="1000621" y="74590"/>
                  </a:lnTo>
                  <a:lnTo>
                    <a:pt x="1044525" y="60743"/>
                  </a:lnTo>
                  <a:lnTo>
                    <a:pt x="1089012" y="48252"/>
                  </a:lnTo>
                  <a:lnTo>
                    <a:pt x="1134059" y="37139"/>
                  </a:lnTo>
                  <a:lnTo>
                    <a:pt x="1179642" y="27431"/>
                  </a:lnTo>
                  <a:lnTo>
                    <a:pt x="1225737" y="19149"/>
                  </a:lnTo>
                  <a:lnTo>
                    <a:pt x="1272319" y="12320"/>
                  </a:lnTo>
                  <a:lnTo>
                    <a:pt x="1319364" y="6966"/>
                  </a:lnTo>
                  <a:lnTo>
                    <a:pt x="1366849" y="3112"/>
                  </a:lnTo>
                  <a:lnTo>
                    <a:pt x="1414749" y="782"/>
                  </a:lnTo>
                  <a:lnTo>
                    <a:pt x="1463040" y="0"/>
                  </a:lnTo>
                  <a:lnTo>
                    <a:pt x="1511330" y="782"/>
                  </a:lnTo>
                  <a:lnTo>
                    <a:pt x="1559230" y="3112"/>
                  </a:lnTo>
                  <a:lnTo>
                    <a:pt x="1606715" y="6966"/>
                  </a:lnTo>
                  <a:lnTo>
                    <a:pt x="1653760" y="12320"/>
                  </a:lnTo>
                  <a:lnTo>
                    <a:pt x="1700342" y="19149"/>
                  </a:lnTo>
                  <a:lnTo>
                    <a:pt x="1746437" y="27431"/>
                  </a:lnTo>
                  <a:lnTo>
                    <a:pt x="1792020" y="37139"/>
                  </a:lnTo>
                  <a:lnTo>
                    <a:pt x="1837067" y="48252"/>
                  </a:lnTo>
                  <a:lnTo>
                    <a:pt x="1881554" y="60743"/>
                  </a:lnTo>
                  <a:lnTo>
                    <a:pt x="1925458" y="74590"/>
                  </a:lnTo>
                  <a:lnTo>
                    <a:pt x="1968753" y="89768"/>
                  </a:lnTo>
                  <a:lnTo>
                    <a:pt x="2011416" y="106253"/>
                  </a:lnTo>
                  <a:lnTo>
                    <a:pt x="2053424" y="124021"/>
                  </a:lnTo>
                  <a:lnTo>
                    <a:pt x="2094750" y="143048"/>
                  </a:lnTo>
                  <a:lnTo>
                    <a:pt x="2135373" y="163309"/>
                  </a:lnTo>
                  <a:lnTo>
                    <a:pt x="2175266" y="184781"/>
                  </a:lnTo>
                  <a:lnTo>
                    <a:pt x="2194179" y="195729"/>
                  </a:lnTo>
                </a:path>
              </a:pathLst>
            </a:custGeom>
            <a:ln w="12954">
              <a:solidFill>
                <a:srgbClr val="00A8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8381" y="549020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39">
                  <a:moveTo>
                    <a:pt x="731520" y="0"/>
                  </a:moveTo>
                  <a:lnTo>
                    <a:pt x="683424" y="1556"/>
                  </a:lnTo>
                  <a:lnTo>
                    <a:pt x="636159" y="6160"/>
                  </a:lnTo>
                  <a:lnTo>
                    <a:pt x="589821" y="13715"/>
                  </a:lnTo>
                  <a:lnTo>
                    <a:pt x="544506" y="24126"/>
                  </a:lnTo>
                  <a:lnTo>
                    <a:pt x="500310" y="37295"/>
                  </a:lnTo>
                  <a:lnTo>
                    <a:pt x="457331" y="53126"/>
                  </a:lnTo>
                  <a:lnTo>
                    <a:pt x="415664" y="71524"/>
                  </a:lnTo>
                  <a:lnTo>
                    <a:pt x="375406" y="92390"/>
                  </a:lnTo>
                  <a:lnTo>
                    <a:pt x="336653" y="115630"/>
                  </a:lnTo>
                  <a:lnTo>
                    <a:pt x="299502" y="141146"/>
                  </a:lnTo>
                  <a:lnTo>
                    <a:pt x="264049" y="168843"/>
                  </a:lnTo>
                  <a:lnTo>
                    <a:pt x="230391" y="198623"/>
                  </a:lnTo>
                  <a:lnTo>
                    <a:pt x="198623" y="230391"/>
                  </a:lnTo>
                  <a:lnTo>
                    <a:pt x="168843" y="264049"/>
                  </a:lnTo>
                  <a:lnTo>
                    <a:pt x="141146" y="299502"/>
                  </a:lnTo>
                  <a:lnTo>
                    <a:pt x="115630" y="336653"/>
                  </a:lnTo>
                  <a:lnTo>
                    <a:pt x="92390" y="375406"/>
                  </a:lnTo>
                  <a:lnTo>
                    <a:pt x="71524" y="415664"/>
                  </a:lnTo>
                  <a:lnTo>
                    <a:pt x="53126" y="457331"/>
                  </a:lnTo>
                  <a:lnTo>
                    <a:pt x="37295" y="500310"/>
                  </a:lnTo>
                  <a:lnTo>
                    <a:pt x="24126" y="544506"/>
                  </a:lnTo>
                  <a:lnTo>
                    <a:pt x="13715" y="589821"/>
                  </a:lnTo>
                  <a:lnTo>
                    <a:pt x="6160" y="636159"/>
                  </a:lnTo>
                  <a:lnTo>
                    <a:pt x="1556" y="683424"/>
                  </a:lnTo>
                  <a:lnTo>
                    <a:pt x="0" y="731520"/>
                  </a:lnTo>
                  <a:lnTo>
                    <a:pt x="1556" y="779615"/>
                  </a:lnTo>
                  <a:lnTo>
                    <a:pt x="6160" y="826880"/>
                  </a:lnTo>
                  <a:lnTo>
                    <a:pt x="13715" y="873218"/>
                  </a:lnTo>
                  <a:lnTo>
                    <a:pt x="24126" y="918533"/>
                  </a:lnTo>
                  <a:lnTo>
                    <a:pt x="37295" y="962729"/>
                  </a:lnTo>
                  <a:lnTo>
                    <a:pt x="53126" y="1005708"/>
                  </a:lnTo>
                  <a:lnTo>
                    <a:pt x="71524" y="1047375"/>
                  </a:lnTo>
                  <a:lnTo>
                    <a:pt x="92390" y="1087633"/>
                  </a:lnTo>
                  <a:lnTo>
                    <a:pt x="115630" y="1126386"/>
                  </a:lnTo>
                  <a:lnTo>
                    <a:pt x="141146" y="1163537"/>
                  </a:lnTo>
                  <a:lnTo>
                    <a:pt x="168843" y="1198990"/>
                  </a:lnTo>
                  <a:lnTo>
                    <a:pt x="198623" y="1232648"/>
                  </a:lnTo>
                  <a:lnTo>
                    <a:pt x="230391" y="1264416"/>
                  </a:lnTo>
                  <a:lnTo>
                    <a:pt x="264049" y="1294196"/>
                  </a:lnTo>
                  <a:lnTo>
                    <a:pt x="299502" y="1321893"/>
                  </a:lnTo>
                  <a:lnTo>
                    <a:pt x="336653" y="1347409"/>
                  </a:lnTo>
                  <a:lnTo>
                    <a:pt x="375406" y="1370649"/>
                  </a:lnTo>
                  <a:lnTo>
                    <a:pt x="415664" y="1391515"/>
                  </a:lnTo>
                  <a:lnTo>
                    <a:pt x="457331" y="1409913"/>
                  </a:lnTo>
                  <a:lnTo>
                    <a:pt x="500310" y="1425744"/>
                  </a:lnTo>
                  <a:lnTo>
                    <a:pt x="544506" y="1438913"/>
                  </a:lnTo>
                  <a:lnTo>
                    <a:pt x="589821" y="1449324"/>
                  </a:lnTo>
                  <a:lnTo>
                    <a:pt x="636159" y="1456879"/>
                  </a:lnTo>
                  <a:lnTo>
                    <a:pt x="683424" y="1461483"/>
                  </a:lnTo>
                  <a:lnTo>
                    <a:pt x="731520" y="1463040"/>
                  </a:lnTo>
                  <a:lnTo>
                    <a:pt x="779615" y="1461483"/>
                  </a:lnTo>
                  <a:lnTo>
                    <a:pt x="826880" y="1456879"/>
                  </a:lnTo>
                  <a:lnTo>
                    <a:pt x="873218" y="1449324"/>
                  </a:lnTo>
                  <a:lnTo>
                    <a:pt x="918533" y="1438913"/>
                  </a:lnTo>
                  <a:lnTo>
                    <a:pt x="962729" y="1425744"/>
                  </a:lnTo>
                  <a:lnTo>
                    <a:pt x="1005708" y="1409913"/>
                  </a:lnTo>
                  <a:lnTo>
                    <a:pt x="1047375" y="1391515"/>
                  </a:lnTo>
                  <a:lnTo>
                    <a:pt x="1087633" y="1370649"/>
                  </a:lnTo>
                  <a:lnTo>
                    <a:pt x="1126386" y="1347409"/>
                  </a:lnTo>
                  <a:lnTo>
                    <a:pt x="1163537" y="1321893"/>
                  </a:lnTo>
                  <a:lnTo>
                    <a:pt x="1198990" y="1294196"/>
                  </a:lnTo>
                  <a:lnTo>
                    <a:pt x="1232648" y="1264416"/>
                  </a:lnTo>
                  <a:lnTo>
                    <a:pt x="1264416" y="1232648"/>
                  </a:lnTo>
                  <a:lnTo>
                    <a:pt x="1294196" y="1198990"/>
                  </a:lnTo>
                  <a:lnTo>
                    <a:pt x="1321893" y="1163537"/>
                  </a:lnTo>
                  <a:lnTo>
                    <a:pt x="1347409" y="1126386"/>
                  </a:lnTo>
                  <a:lnTo>
                    <a:pt x="1370649" y="1087633"/>
                  </a:lnTo>
                  <a:lnTo>
                    <a:pt x="1391515" y="1047375"/>
                  </a:lnTo>
                  <a:lnTo>
                    <a:pt x="1409913" y="1005708"/>
                  </a:lnTo>
                  <a:lnTo>
                    <a:pt x="1425744" y="962729"/>
                  </a:lnTo>
                  <a:lnTo>
                    <a:pt x="1438913" y="918533"/>
                  </a:lnTo>
                  <a:lnTo>
                    <a:pt x="1449324" y="873218"/>
                  </a:lnTo>
                  <a:lnTo>
                    <a:pt x="1456879" y="826880"/>
                  </a:lnTo>
                  <a:lnTo>
                    <a:pt x="1461483" y="779615"/>
                  </a:lnTo>
                  <a:lnTo>
                    <a:pt x="1463040" y="731520"/>
                  </a:lnTo>
                  <a:lnTo>
                    <a:pt x="1461483" y="683424"/>
                  </a:lnTo>
                  <a:lnTo>
                    <a:pt x="1456879" y="636159"/>
                  </a:lnTo>
                  <a:lnTo>
                    <a:pt x="1449324" y="589821"/>
                  </a:lnTo>
                  <a:lnTo>
                    <a:pt x="1438913" y="544506"/>
                  </a:lnTo>
                  <a:lnTo>
                    <a:pt x="1425744" y="500310"/>
                  </a:lnTo>
                  <a:lnTo>
                    <a:pt x="1409913" y="457331"/>
                  </a:lnTo>
                  <a:lnTo>
                    <a:pt x="1391515" y="415664"/>
                  </a:lnTo>
                  <a:lnTo>
                    <a:pt x="1370649" y="375406"/>
                  </a:lnTo>
                  <a:lnTo>
                    <a:pt x="1347409" y="336653"/>
                  </a:lnTo>
                  <a:lnTo>
                    <a:pt x="1321893" y="299502"/>
                  </a:lnTo>
                  <a:lnTo>
                    <a:pt x="1294196" y="264049"/>
                  </a:lnTo>
                  <a:lnTo>
                    <a:pt x="1264416" y="230391"/>
                  </a:lnTo>
                  <a:lnTo>
                    <a:pt x="1232648" y="198623"/>
                  </a:lnTo>
                  <a:lnTo>
                    <a:pt x="1198990" y="168843"/>
                  </a:lnTo>
                  <a:lnTo>
                    <a:pt x="1163537" y="141146"/>
                  </a:lnTo>
                  <a:lnTo>
                    <a:pt x="1126386" y="115630"/>
                  </a:lnTo>
                  <a:lnTo>
                    <a:pt x="1087633" y="92390"/>
                  </a:lnTo>
                  <a:lnTo>
                    <a:pt x="1047375" y="71524"/>
                  </a:lnTo>
                  <a:lnTo>
                    <a:pt x="1005708" y="53126"/>
                  </a:lnTo>
                  <a:lnTo>
                    <a:pt x="962729" y="37295"/>
                  </a:lnTo>
                  <a:lnTo>
                    <a:pt x="918533" y="24126"/>
                  </a:lnTo>
                  <a:lnTo>
                    <a:pt x="873218" y="13715"/>
                  </a:lnTo>
                  <a:lnTo>
                    <a:pt x="826880" y="6160"/>
                  </a:lnTo>
                  <a:lnTo>
                    <a:pt x="779615" y="1556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8381" y="549020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39">
                  <a:moveTo>
                    <a:pt x="0" y="731520"/>
                  </a:moveTo>
                  <a:lnTo>
                    <a:pt x="1556" y="683424"/>
                  </a:lnTo>
                  <a:lnTo>
                    <a:pt x="6160" y="636159"/>
                  </a:lnTo>
                  <a:lnTo>
                    <a:pt x="13715" y="589821"/>
                  </a:lnTo>
                  <a:lnTo>
                    <a:pt x="24126" y="544506"/>
                  </a:lnTo>
                  <a:lnTo>
                    <a:pt x="37295" y="500310"/>
                  </a:lnTo>
                  <a:lnTo>
                    <a:pt x="53126" y="457331"/>
                  </a:lnTo>
                  <a:lnTo>
                    <a:pt x="71524" y="415664"/>
                  </a:lnTo>
                  <a:lnTo>
                    <a:pt x="92390" y="375406"/>
                  </a:lnTo>
                  <a:lnTo>
                    <a:pt x="115630" y="336653"/>
                  </a:lnTo>
                  <a:lnTo>
                    <a:pt x="141146" y="299502"/>
                  </a:lnTo>
                  <a:lnTo>
                    <a:pt x="168843" y="264049"/>
                  </a:lnTo>
                  <a:lnTo>
                    <a:pt x="198623" y="230391"/>
                  </a:lnTo>
                  <a:lnTo>
                    <a:pt x="230391" y="198623"/>
                  </a:lnTo>
                  <a:lnTo>
                    <a:pt x="264049" y="168843"/>
                  </a:lnTo>
                  <a:lnTo>
                    <a:pt x="299502" y="141146"/>
                  </a:lnTo>
                  <a:lnTo>
                    <a:pt x="336653" y="115630"/>
                  </a:lnTo>
                  <a:lnTo>
                    <a:pt x="375406" y="92390"/>
                  </a:lnTo>
                  <a:lnTo>
                    <a:pt x="415664" y="71524"/>
                  </a:lnTo>
                  <a:lnTo>
                    <a:pt x="457331" y="53126"/>
                  </a:lnTo>
                  <a:lnTo>
                    <a:pt x="500310" y="37295"/>
                  </a:lnTo>
                  <a:lnTo>
                    <a:pt x="544506" y="24126"/>
                  </a:lnTo>
                  <a:lnTo>
                    <a:pt x="589821" y="13715"/>
                  </a:lnTo>
                  <a:lnTo>
                    <a:pt x="636159" y="6160"/>
                  </a:lnTo>
                  <a:lnTo>
                    <a:pt x="683424" y="1556"/>
                  </a:lnTo>
                  <a:lnTo>
                    <a:pt x="731520" y="0"/>
                  </a:lnTo>
                  <a:lnTo>
                    <a:pt x="779615" y="1556"/>
                  </a:lnTo>
                  <a:lnTo>
                    <a:pt x="826880" y="6160"/>
                  </a:lnTo>
                  <a:lnTo>
                    <a:pt x="873218" y="13715"/>
                  </a:lnTo>
                  <a:lnTo>
                    <a:pt x="918533" y="24126"/>
                  </a:lnTo>
                  <a:lnTo>
                    <a:pt x="962729" y="37295"/>
                  </a:lnTo>
                  <a:lnTo>
                    <a:pt x="1005708" y="53126"/>
                  </a:lnTo>
                  <a:lnTo>
                    <a:pt x="1047375" y="71524"/>
                  </a:lnTo>
                  <a:lnTo>
                    <a:pt x="1087633" y="92390"/>
                  </a:lnTo>
                  <a:lnTo>
                    <a:pt x="1126386" y="115630"/>
                  </a:lnTo>
                  <a:lnTo>
                    <a:pt x="1163537" y="141146"/>
                  </a:lnTo>
                  <a:lnTo>
                    <a:pt x="1198990" y="168843"/>
                  </a:lnTo>
                  <a:lnTo>
                    <a:pt x="1232648" y="198623"/>
                  </a:lnTo>
                  <a:lnTo>
                    <a:pt x="1264416" y="230391"/>
                  </a:lnTo>
                  <a:lnTo>
                    <a:pt x="1294196" y="264049"/>
                  </a:lnTo>
                  <a:lnTo>
                    <a:pt x="1321893" y="299502"/>
                  </a:lnTo>
                  <a:lnTo>
                    <a:pt x="1347409" y="336653"/>
                  </a:lnTo>
                  <a:lnTo>
                    <a:pt x="1370649" y="375406"/>
                  </a:lnTo>
                  <a:lnTo>
                    <a:pt x="1391515" y="415664"/>
                  </a:lnTo>
                  <a:lnTo>
                    <a:pt x="1409913" y="457331"/>
                  </a:lnTo>
                  <a:lnTo>
                    <a:pt x="1425744" y="500310"/>
                  </a:lnTo>
                  <a:lnTo>
                    <a:pt x="1438913" y="544506"/>
                  </a:lnTo>
                  <a:lnTo>
                    <a:pt x="1449324" y="589821"/>
                  </a:lnTo>
                  <a:lnTo>
                    <a:pt x="1456879" y="636159"/>
                  </a:lnTo>
                  <a:lnTo>
                    <a:pt x="1461483" y="683424"/>
                  </a:lnTo>
                  <a:lnTo>
                    <a:pt x="1463040" y="731520"/>
                  </a:lnTo>
                  <a:lnTo>
                    <a:pt x="1461483" y="779615"/>
                  </a:lnTo>
                  <a:lnTo>
                    <a:pt x="1456879" y="826880"/>
                  </a:lnTo>
                  <a:lnTo>
                    <a:pt x="1449324" y="873218"/>
                  </a:lnTo>
                  <a:lnTo>
                    <a:pt x="1438913" y="918533"/>
                  </a:lnTo>
                  <a:lnTo>
                    <a:pt x="1425744" y="962729"/>
                  </a:lnTo>
                  <a:lnTo>
                    <a:pt x="1409913" y="1005708"/>
                  </a:lnTo>
                  <a:lnTo>
                    <a:pt x="1391515" y="1047375"/>
                  </a:lnTo>
                  <a:lnTo>
                    <a:pt x="1370649" y="1087633"/>
                  </a:lnTo>
                  <a:lnTo>
                    <a:pt x="1347409" y="1126386"/>
                  </a:lnTo>
                  <a:lnTo>
                    <a:pt x="1321893" y="1163537"/>
                  </a:lnTo>
                  <a:lnTo>
                    <a:pt x="1294196" y="1198990"/>
                  </a:lnTo>
                  <a:lnTo>
                    <a:pt x="1264416" y="1232648"/>
                  </a:lnTo>
                  <a:lnTo>
                    <a:pt x="1232648" y="1264416"/>
                  </a:lnTo>
                  <a:lnTo>
                    <a:pt x="1198990" y="1294196"/>
                  </a:lnTo>
                  <a:lnTo>
                    <a:pt x="1163537" y="1321893"/>
                  </a:lnTo>
                  <a:lnTo>
                    <a:pt x="1126386" y="1347409"/>
                  </a:lnTo>
                  <a:lnTo>
                    <a:pt x="1087633" y="1370649"/>
                  </a:lnTo>
                  <a:lnTo>
                    <a:pt x="1047375" y="1391515"/>
                  </a:lnTo>
                  <a:lnTo>
                    <a:pt x="1005708" y="1409913"/>
                  </a:lnTo>
                  <a:lnTo>
                    <a:pt x="962729" y="1425744"/>
                  </a:lnTo>
                  <a:lnTo>
                    <a:pt x="918533" y="1438913"/>
                  </a:lnTo>
                  <a:lnTo>
                    <a:pt x="873218" y="1449324"/>
                  </a:lnTo>
                  <a:lnTo>
                    <a:pt x="826880" y="1456879"/>
                  </a:lnTo>
                  <a:lnTo>
                    <a:pt x="779615" y="1461483"/>
                  </a:lnTo>
                  <a:lnTo>
                    <a:pt x="731520" y="1463040"/>
                  </a:lnTo>
                  <a:lnTo>
                    <a:pt x="683424" y="1461483"/>
                  </a:lnTo>
                  <a:lnTo>
                    <a:pt x="636159" y="1456879"/>
                  </a:lnTo>
                  <a:lnTo>
                    <a:pt x="589821" y="1449324"/>
                  </a:lnTo>
                  <a:lnTo>
                    <a:pt x="544506" y="1438913"/>
                  </a:lnTo>
                  <a:lnTo>
                    <a:pt x="500310" y="1425744"/>
                  </a:lnTo>
                  <a:lnTo>
                    <a:pt x="457331" y="1409913"/>
                  </a:lnTo>
                  <a:lnTo>
                    <a:pt x="415664" y="1391515"/>
                  </a:lnTo>
                  <a:lnTo>
                    <a:pt x="375406" y="1370649"/>
                  </a:lnTo>
                  <a:lnTo>
                    <a:pt x="336653" y="1347409"/>
                  </a:lnTo>
                  <a:lnTo>
                    <a:pt x="299502" y="1321893"/>
                  </a:lnTo>
                  <a:lnTo>
                    <a:pt x="264049" y="1294196"/>
                  </a:lnTo>
                  <a:lnTo>
                    <a:pt x="230391" y="1264416"/>
                  </a:lnTo>
                  <a:lnTo>
                    <a:pt x="198623" y="1232648"/>
                  </a:lnTo>
                  <a:lnTo>
                    <a:pt x="168843" y="1198990"/>
                  </a:lnTo>
                  <a:lnTo>
                    <a:pt x="141146" y="1163537"/>
                  </a:lnTo>
                  <a:lnTo>
                    <a:pt x="115630" y="1126386"/>
                  </a:lnTo>
                  <a:lnTo>
                    <a:pt x="92390" y="1087633"/>
                  </a:lnTo>
                  <a:lnTo>
                    <a:pt x="71524" y="1047375"/>
                  </a:lnTo>
                  <a:lnTo>
                    <a:pt x="53126" y="1005708"/>
                  </a:lnTo>
                  <a:lnTo>
                    <a:pt x="37295" y="962729"/>
                  </a:lnTo>
                  <a:lnTo>
                    <a:pt x="24126" y="918533"/>
                  </a:lnTo>
                  <a:lnTo>
                    <a:pt x="13715" y="873218"/>
                  </a:lnTo>
                  <a:lnTo>
                    <a:pt x="6160" y="826880"/>
                  </a:lnTo>
                  <a:lnTo>
                    <a:pt x="1556" y="779615"/>
                  </a:lnTo>
                  <a:lnTo>
                    <a:pt x="0" y="731520"/>
                  </a:lnTo>
                  <a:close/>
                </a:path>
              </a:pathLst>
            </a:custGeom>
            <a:ln w="12954">
              <a:solidFill>
                <a:srgbClr val="00A89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9282" y="899921"/>
              <a:ext cx="760476" cy="7604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35421" y="192062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411480" y="0"/>
                  </a:moveTo>
                  <a:lnTo>
                    <a:pt x="363502" y="2769"/>
                  </a:lnTo>
                  <a:lnTo>
                    <a:pt x="317147" y="10870"/>
                  </a:lnTo>
                  <a:lnTo>
                    <a:pt x="272725" y="23994"/>
                  </a:lnTo>
                  <a:lnTo>
                    <a:pt x="230543" y="41832"/>
                  </a:lnTo>
                  <a:lnTo>
                    <a:pt x="190913" y="64075"/>
                  </a:lnTo>
                  <a:lnTo>
                    <a:pt x="154141" y="90413"/>
                  </a:lnTo>
                  <a:lnTo>
                    <a:pt x="120538" y="120538"/>
                  </a:lnTo>
                  <a:lnTo>
                    <a:pt x="90413" y="154141"/>
                  </a:lnTo>
                  <a:lnTo>
                    <a:pt x="64075" y="190913"/>
                  </a:lnTo>
                  <a:lnTo>
                    <a:pt x="41832" y="230543"/>
                  </a:lnTo>
                  <a:lnTo>
                    <a:pt x="23994" y="272725"/>
                  </a:lnTo>
                  <a:lnTo>
                    <a:pt x="10870" y="317147"/>
                  </a:lnTo>
                  <a:lnTo>
                    <a:pt x="2769" y="363502"/>
                  </a:lnTo>
                  <a:lnTo>
                    <a:pt x="0" y="411480"/>
                  </a:lnTo>
                  <a:lnTo>
                    <a:pt x="2769" y="459457"/>
                  </a:lnTo>
                  <a:lnTo>
                    <a:pt x="10870" y="505812"/>
                  </a:lnTo>
                  <a:lnTo>
                    <a:pt x="23994" y="550234"/>
                  </a:lnTo>
                  <a:lnTo>
                    <a:pt x="41832" y="592416"/>
                  </a:lnTo>
                  <a:lnTo>
                    <a:pt x="64075" y="632046"/>
                  </a:lnTo>
                  <a:lnTo>
                    <a:pt x="90413" y="668818"/>
                  </a:lnTo>
                  <a:lnTo>
                    <a:pt x="120538" y="702421"/>
                  </a:lnTo>
                  <a:lnTo>
                    <a:pt x="154141" y="732546"/>
                  </a:lnTo>
                  <a:lnTo>
                    <a:pt x="190913" y="758884"/>
                  </a:lnTo>
                  <a:lnTo>
                    <a:pt x="230543" y="781127"/>
                  </a:lnTo>
                  <a:lnTo>
                    <a:pt x="272725" y="798965"/>
                  </a:lnTo>
                  <a:lnTo>
                    <a:pt x="317147" y="812089"/>
                  </a:lnTo>
                  <a:lnTo>
                    <a:pt x="363502" y="820190"/>
                  </a:lnTo>
                  <a:lnTo>
                    <a:pt x="411480" y="822960"/>
                  </a:lnTo>
                  <a:lnTo>
                    <a:pt x="459457" y="820190"/>
                  </a:lnTo>
                  <a:lnTo>
                    <a:pt x="505812" y="812089"/>
                  </a:lnTo>
                  <a:lnTo>
                    <a:pt x="550234" y="798965"/>
                  </a:lnTo>
                  <a:lnTo>
                    <a:pt x="592416" y="781127"/>
                  </a:lnTo>
                  <a:lnTo>
                    <a:pt x="632046" y="758884"/>
                  </a:lnTo>
                  <a:lnTo>
                    <a:pt x="668818" y="732546"/>
                  </a:lnTo>
                  <a:lnTo>
                    <a:pt x="702421" y="702421"/>
                  </a:lnTo>
                  <a:lnTo>
                    <a:pt x="732546" y="668818"/>
                  </a:lnTo>
                  <a:lnTo>
                    <a:pt x="758884" y="632046"/>
                  </a:lnTo>
                  <a:lnTo>
                    <a:pt x="781127" y="592416"/>
                  </a:lnTo>
                  <a:lnTo>
                    <a:pt x="798965" y="550234"/>
                  </a:lnTo>
                  <a:lnTo>
                    <a:pt x="812089" y="505812"/>
                  </a:lnTo>
                  <a:lnTo>
                    <a:pt x="820190" y="459457"/>
                  </a:lnTo>
                  <a:lnTo>
                    <a:pt x="822960" y="411480"/>
                  </a:lnTo>
                  <a:lnTo>
                    <a:pt x="820190" y="363502"/>
                  </a:lnTo>
                  <a:lnTo>
                    <a:pt x="812089" y="317147"/>
                  </a:lnTo>
                  <a:lnTo>
                    <a:pt x="798965" y="272725"/>
                  </a:lnTo>
                  <a:lnTo>
                    <a:pt x="781127" y="230543"/>
                  </a:lnTo>
                  <a:lnTo>
                    <a:pt x="758884" y="190913"/>
                  </a:lnTo>
                  <a:lnTo>
                    <a:pt x="732546" y="154141"/>
                  </a:lnTo>
                  <a:lnTo>
                    <a:pt x="702421" y="120538"/>
                  </a:lnTo>
                  <a:lnTo>
                    <a:pt x="668818" y="90413"/>
                  </a:lnTo>
                  <a:lnTo>
                    <a:pt x="632046" y="64075"/>
                  </a:lnTo>
                  <a:lnTo>
                    <a:pt x="592416" y="41832"/>
                  </a:lnTo>
                  <a:lnTo>
                    <a:pt x="550234" y="23994"/>
                  </a:lnTo>
                  <a:lnTo>
                    <a:pt x="505812" y="10870"/>
                  </a:lnTo>
                  <a:lnTo>
                    <a:pt x="459457" y="2769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035421" y="192062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0" y="411480"/>
                  </a:moveTo>
                  <a:lnTo>
                    <a:pt x="2769" y="363502"/>
                  </a:lnTo>
                  <a:lnTo>
                    <a:pt x="10870" y="317147"/>
                  </a:lnTo>
                  <a:lnTo>
                    <a:pt x="23994" y="272725"/>
                  </a:lnTo>
                  <a:lnTo>
                    <a:pt x="41832" y="230543"/>
                  </a:lnTo>
                  <a:lnTo>
                    <a:pt x="64075" y="190913"/>
                  </a:lnTo>
                  <a:lnTo>
                    <a:pt x="90413" y="154141"/>
                  </a:lnTo>
                  <a:lnTo>
                    <a:pt x="120538" y="120538"/>
                  </a:lnTo>
                  <a:lnTo>
                    <a:pt x="154141" y="90413"/>
                  </a:lnTo>
                  <a:lnTo>
                    <a:pt x="190913" y="64075"/>
                  </a:lnTo>
                  <a:lnTo>
                    <a:pt x="230543" y="41832"/>
                  </a:lnTo>
                  <a:lnTo>
                    <a:pt x="272725" y="23994"/>
                  </a:lnTo>
                  <a:lnTo>
                    <a:pt x="317147" y="10870"/>
                  </a:lnTo>
                  <a:lnTo>
                    <a:pt x="363502" y="2769"/>
                  </a:lnTo>
                  <a:lnTo>
                    <a:pt x="411480" y="0"/>
                  </a:lnTo>
                  <a:lnTo>
                    <a:pt x="459457" y="2769"/>
                  </a:lnTo>
                  <a:lnTo>
                    <a:pt x="505812" y="10870"/>
                  </a:lnTo>
                  <a:lnTo>
                    <a:pt x="550234" y="23994"/>
                  </a:lnTo>
                  <a:lnTo>
                    <a:pt x="592416" y="41832"/>
                  </a:lnTo>
                  <a:lnTo>
                    <a:pt x="632046" y="64075"/>
                  </a:lnTo>
                  <a:lnTo>
                    <a:pt x="668818" y="90413"/>
                  </a:lnTo>
                  <a:lnTo>
                    <a:pt x="702421" y="120538"/>
                  </a:lnTo>
                  <a:lnTo>
                    <a:pt x="732546" y="154141"/>
                  </a:lnTo>
                  <a:lnTo>
                    <a:pt x="758884" y="190913"/>
                  </a:lnTo>
                  <a:lnTo>
                    <a:pt x="781127" y="230543"/>
                  </a:lnTo>
                  <a:lnTo>
                    <a:pt x="798965" y="272725"/>
                  </a:lnTo>
                  <a:lnTo>
                    <a:pt x="812089" y="317147"/>
                  </a:lnTo>
                  <a:lnTo>
                    <a:pt x="820190" y="363502"/>
                  </a:lnTo>
                  <a:lnTo>
                    <a:pt x="822960" y="411480"/>
                  </a:lnTo>
                  <a:lnTo>
                    <a:pt x="820190" y="459457"/>
                  </a:lnTo>
                  <a:lnTo>
                    <a:pt x="812089" y="505812"/>
                  </a:lnTo>
                  <a:lnTo>
                    <a:pt x="798965" y="550234"/>
                  </a:lnTo>
                  <a:lnTo>
                    <a:pt x="781127" y="592416"/>
                  </a:lnTo>
                  <a:lnTo>
                    <a:pt x="758884" y="632046"/>
                  </a:lnTo>
                  <a:lnTo>
                    <a:pt x="732546" y="668818"/>
                  </a:lnTo>
                  <a:lnTo>
                    <a:pt x="702421" y="702421"/>
                  </a:lnTo>
                  <a:lnTo>
                    <a:pt x="668818" y="732546"/>
                  </a:lnTo>
                  <a:lnTo>
                    <a:pt x="632046" y="758884"/>
                  </a:lnTo>
                  <a:lnTo>
                    <a:pt x="592416" y="781127"/>
                  </a:lnTo>
                  <a:lnTo>
                    <a:pt x="550234" y="798965"/>
                  </a:lnTo>
                  <a:lnTo>
                    <a:pt x="505812" y="812089"/>
                  </a:lnTo>
                  <a:lnTo>
                    <a:pt x="459457" y="820190"/>
                  </a:lnTo>
                  <a:lnTo>
                    <a:pt x="411480" y="822960"/>
                  </a:lnTo>
                  <a:lnTo>
                    <a:pt x="363502" y="820190"/>
                  </a:lnTo>
                  <a:lnTo>
                    <a:pt x="317147" y="812089"/>
                  </a:lnTo>
                  <a:lnTo>
                    <a:pt x="272725" y="798965"/>
                  </a:lnTo>
                  <a:lnTo>
                    <a:pt x="230543" y="781127"/>
                  </a:lnTo>
                  <a:lnTo>
                    <a:pt x="190913" y="758884"/>
                  </a:lnTo>
                  <a:lnTo>
                    <a:pt x="154141" y="732546"/>
                  </a:lnTo>
                  <a:lnTo>
                    <a:pt x="120538" y="702421"/>
                  </a:lnTo>
                  <a:lnTo>
                    <a:pt x="90413" y="668818"/>
                  </a:lnTo>
                  <a:lnTo>
                    <a:pt x="64075" y="632046"/>
                  </a:lnTo>
                  <a:lnTo>
                    <a:pt x="41832" y="592416"/>
                  </a:lnTo>
                  <a:lnTo>
                    <a:pt x="23994" y="550234"/>
                  </a:lnTo>
                  <a:lnTo>
                    <a:pt x="10870" y="505812"/>
                  </a:lnTo>
                  <a:lnTo>
                    <a:pt x="2769" y="459457"/>
                  </a:lnTo>
                  <a:lnTo>
                    <a:pt x="0" y="411480"/>
                  </a:lnTo>
                  <a:close/>
                </a:path>
              </a:pathLst>
            </a:custGeom>
            <a:ln w="12954">
              <a:solidFill>
                <a:srgbClr val="02809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2398" y="2117598"/>
              <a:ext cx="428244" cy="4282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72781" y="228638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411480" y="0"/>
                  </a:moveTo>
                  <a:lnTo>
                    <a:pt x="363502" y="2769"/>
                  </a:lnTo>
                  <a:lnTo>
                    <a:pt x="317147" y="10870"/>
                  </a:lnTo>
                  <a:lnTo>
                    <a:pt x="272725" y="23994"/>
                  </a:lnTo>
                  <a:lnTo>
                    <a:pt x="230543" y="41832"/>
                  </a:lnTo>
                  <a:lnTo>
                    <a:pt x="190913" y="64075"/>
                  </a:lnTo>
                  <a:lnTo>
                    <a:pt x="154141" y="90413"/>
                  </a:lnTo>
                  <a:lnTo>
                    <a:pt x="120538" y="120538"/>
                  </a:lnTo>
                  <a:lnTo>
                    <a:pt x="90413" y="154141"/>
                  </a:lnTo>
                  <a:lnTo>
                    <a:pt x="64075" y="190913"/>
                  </a:lnTo>
                  <a:lnTo>
                    <a:pt x="41832" y="230543"/>
                  </a:lnTo>
                  <a:lnTo>
                    <a:pt x="23994" y="272725"/>
                  </a:lnTo>
                  <a:lnTo>
                    <a:pt x="10870" y="317147"/>
                  </a:lnTo>
                  <a:lnTo>
                    <a:pt x="2769" y="363502"/>
                  </a:lnTo>
                  <a:lnTo>
                    <a:pt x="0" y="411480"/>
                  </a:lnTo>
                  <a:lnTo>
                    <a:pt x="2769" y="459457"/>
                  </a:lnTo>
                  <a:lnTo>
                    <a:pt x="10870" y="505812"/>
                  </a:lnTo>
                  <a:lnTo>
                    <a:pt x="23994" y="550234"/>
                  </a:lnTo>
                  <a:lnTo>
                    <a:pt x="41832" y="592416"/>
                  </a:lnTo>
                  <a:lnTo>
                    <a:pt x="64075" y="632046"/>
                  </a:lnTo>
                  <a:lnTo>
                    <a:pt x="90413" y="668818"/>
                  </a:lnTo>
                  <a:lnTo>
                    <a:pt x="120538" y="702421"/>
                  </a:lnTo>
                  <a:lnTo>
                    <a:pt x="154141" y="732546"/>
                  </a:lnTo>
                  <a:lnTo>
                    <a:pt x="190913" y="758884"/>
                  </a:lnTo>
                  <a:lnTo>
                    <a:pt x="230543" y="781127"/>
                  </a:lnTo>
                  <a:lnTo>
                    <a:pt x="272725" y="798965"/>
                  </a:lnTo>
                  <a:lnTo>
                    <a:pt x="317147" y="812089"/>
                  </a:lnTo>
                  <a:lnTo>
                    <a:pt x="363502" y="820190"/>
                  </a:lnTo>
                  <a:lnTo>
                    <a:pt x="411480" y="822960"/>
                  </a:lnTo>
                  <a:lnTo>
                    <a:pt x="459457" y="820190"/>
                  </a:lnTo>
                  <a:lnTo>
                    <a:pt x="505812" y="812089"/>
                  </a:lnTo>
                  <a:lnTo>
                    <a:pt x="550234" y="798965"/>
                  </a:lnTo>
                  <a:lnTo>
                    <a:pt x="592416" y="781127"/>
                  </a:lnTo>
                  <a:lnTo>
                    <a:pt x="632046" y="758884"/>
                  </a:lnTo>
                  <a:lnTo>
                    <a:pt x="668818" y="732546"/>
                  </a:lnTo>
                  <a:lnTo>
                    <a:pt x="702421" y="702421"/>
                  </a:lnTo>
                  <a:lnTo>
                    <a:pt x="732546" y="668818"/>
                  </a:lnTo>
                  <a:lnTo>
                    <a:pt x="758884" y="632046"/>
                  </a:lnTo>
                  <a:lnTo>
                    <a:pt x="781127" y="592416"/>
                  </a:lnTo>
                  <a:lnTo>
                    <a:pt x="798965" y="550234"/>
                  </a:lnTo>
                  <a:lnTo>
                    <a:pt x="812089" y="505812"/>
                  </a:lnTo>
                  <a:lnTo>
                    <a:pt x="820190" y="459457"/>
                  </a:lnTo>
                  <a:lnTo>
                    <a:pt x="822960" y="411480"/>
                  </a:lnTo>
                  <a:lnTo>
                    <a:pt x="820190" y="363502"/>
                  </a:lnTo>
                  <a:lnTo>
                    <a:pt x="812089" y="317147"/>
                  </a:lnTo>
                  <a:lnTo>
                    <a:pt x="798965" y="272725"/>
                  </a:lnTo>
                  <a:lnTo>
                    <a:pt x="781127" y="230543"/>
                  </a:lnTo>
                  <a:lnTo>
                    <a:pt x="758884" y="190913"/>
                  </a:lnTo>
                  <a:lnTo>
                    <a:pt x="732546" y="154141"/>
                  </a:lnTo>
                  <a:lnTo>
                    <a:pt x="702421" y="120538"/>
                  </a:lnTo>
                  <a:lnTo>
                    <a:pt x="668818" y="90413"/>
                  </a:lnTo>
                  <a:lnTo>
                    <a:pt x="632046" y="64075"/>
                  </a:lnTo>
                  <a:lnTo>
                    <a:pt x="592416" y="41832"/>
                  </a:lnTo>
                  <a:lnTo>
                    <a:pt x="550234" y="23994"/>
                  </a:lnTo>
                  <a:lnTo>
                    <a:pt x="505812" y="10870"/>
                  </a:lnTo>
                  <a:lnTo>
                    <a:pt x="459457" y="2769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055A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772781" y="228638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0" y="411480"/>
                  </a:moveTo>
                  <a:lnTo>
                    <a:pt x="2769" y="363502"/>
                  </a:lnTo>
                  <a:lnTo>
                    <a:pt x="10870" y="317147"/>
                  </a:lnTo>
                  <a:lnTo>
                    <a:pt x="23994" y="272725"/>
                  </a:lnTo>
                  <a:lnTo>
                    <a:pt x="41832" y="230543"/>
                  </a:lnTo>
                  <a:lnTo>
                    <a:pt x="64075" y="190913"/>
                  </a:lnTo>
                  <a:lnTo>
                    <a:pt x="90413" y="154141"/>
                  </a:lnTo>
                  <a:lnTo>
                    <a:pt x="120538" y="120538"/>
                  </a:lnTo>
                  <a:lnTo>
                    <a:pt x="154141" y="90413"/>
                  </a:lnTo>
                  <a:lnTo>
                    <a:pt x="190913" y="64075"/>
                  </a:lnTo>
                  <a:lnTo>
                    <a:pt x="230543" y="41832"/>
                  </a:lnTo>
                  <a:lnTo>
                    <a:pt x="272725" y="23994"/>
                  </a:lnTo>
                  <a:lnTo>
                    <a:pt x="317147" y="10870"/>
                  </a:lnTo>
                  <a:lnTo>
                    <a:pt x="363502" y="2769"/>
                  </a:lnTo>
                  <a:lnTo>
                    <a:pt x="411480" y="0"/>
                  </a:lnTo>
                  <a:lnTo>
                    <a:pt x="459457" y="2769"/>
                  </a:lnTo>
                  <a:lnTo>
                    <a:pt x="505812" y="10870"/>
                  </a:lnTo>
                  <a:lnTo>
                    <a:pt x="550234" y="23994"/>
                  </a:lnTo>
                  <a:lnTo>
                    <a:pt x="592416" y="41832"/>
                  </a:lnTo>
                  <a:lnTo>
                    <a:pt x="632046" y="64075"/>
                  </a:lnTo>
                  <a:lnTo>
                    <a:pt x="668818" y="90413"/>
                  </a:lnTo>
                  <a:lnTo>
                    <a:pt x="702421" y="120538"/>
                  </a:lnTo>
                  <a:lnTo>
                    <a:pt x="732546" y="154141"/>
                  </a:lnTo>
                  <a:lnTo>
                    <a:pt x="758884" y="190913"/>
                  </a:lnTo>
                  <a:lnTo>
                    <a:pt x="781127" y="230543"/>
                  </a:lnTo>
                  <a:lnTo>
                    <a:pt x="798965" y="272725"/>
                  </a:lnTo>
                  <a:lnTo>
                    <a:pt x="812089" y="317147"/>
                  </a:lnTo>
                  <a:lnTo>
                    <a:pt x="820190" y="363502"/>
                  </a:lnTo>
                  <a:lnTo>
                    <a:pt x="822960" y="411480"/>
                  </a:lnTo>
                  <a:lnTo>
                    <a:pt x="820190" y="459457"/>
                  </a:lnTo>
                  <a:lnTo>
                    <a:pt x="812089" y="505812"/>
                  </a:lnTo>
                  <a:lnTo>
                    <a:pt x="798965" y="550234"/>
                  </a:lnTo>
                  <a:lnTo>
                    <a:pt x="781127" y="592416"/>
                  </a:lnTo>
                  <a:lnTo>
                    <a:pt x="758884" y="632046"/>
                  </a:lnTo>
                  <a:lnTo>
                    <a:pt x="732546" y="668818"/>
                  </a:lnTo>
                  <a:lnTo>
                    <a:pt x="702421" y="702421"/>
                  </a:lnTo>
                  <a:lnTo>
                    <a:pt x="668818" y="732546"/>
                  </a:lnTo>
                  <a:lnTo>
                    <a:pt x="632046" y="758884"/>
                  </a:lnTo>
                  <a:lnTo>
                    <a:pt x="592416" y="781127"/>
                  </a:lnTo>
                  <a:lnTo>
                    <a:pt x="550234" y="798965"/>
                  </a:lnTo>
                  <a:lnTo>
                    <a:pt x="505812" y="812089"/>
                  </a:lnTo>
                  <a:lnTo>
                    <a:pt x="459457" y="820190"/>
                  </a:lnTo>
                  <a:lnTo>
                    <a:pt x="411480" y="822960"/>
                  </a:lnTo>
                  <a:lnTo>
                    <a:pt x="363502" y="820190"/>
                  </a:lnTo>
                  <a:lnTo>
                    <a:pt x="317147" y="812089"/>
                  </a:lnTo>
                  <a:lnTo>
                    <a:pt x="272725" y="798965"/>
                  </a:lnTo>
                  <a:lnTo>
                    <a:pt x="230543" y="781127"/>
                  </a:lnTo>
                  <a:lnTo>
                    <a:pt x="190913" y="758884"/>
                  </a:lnTo>
                  <a:lnTo>
                    <a:pt x="154141" y="732546"/>
                  </a:lnTo>
                  <a:lnTo>
                    <a:pt x="120538" y="702421"/>
                  </a:lnTo>
                  <a:lnTo>
                    <a:pt x="90413" y="668818"/>
                  </a:lnTo>
                  <a:lnTo>
                    <a:pt x="64075" y="632046"/>
                  </a:lnTo>
                  <a:lnTo>
                    <a:pt x="41832" y="592416"/>
                  </a:lnTo>
                  <a:lnTo>
                    <a:pt x="23994" y="550234"/>
                  </a:lnTo>
                  <a:lnTo>
                    <a:pt x="10870" y="505812"/>
                  </a:lnTo>
                  <a:lnTo>
                    <a:pt x="2769" y="459457"/>
                  </a:lnTo>
                  <a:lnTo>
                    <a:pt x="0" y="411480"/>
                  </a:lnTo>
                  <a:close/>
                </a:path>
              </a:pathLst>
            </a:custGeom>
            <a:ln w="12954">
              <a:solidFill>
                <a:srgbClr val="055A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69758" y="2483358"/>
              <a:ext cx="428244" cy="4282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035421" y="3657980"/>
              <a:ext cx="2651760" cy="1005840"/>
            </a:xfrm>
            <a:custGeom>
              <a:avLst/>
              <a:gdLst/>
              <a:ahLst/>
              <a:cxnLst/>
              <a:rect l="l" t="t" r="r" b="b"/>
              <a:pathLst>
                <a:path w="2651759" h="1005839">
                  <a:moveTo>
                    <a:pt x="254203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896112"/>
                  </a:lnTo>
                  <a:lnTo>
                    <a:pt x="8626" y="938824"/>
                  </a:lnTo>
                  <a:lnTo>
                    <a:pt x="32146" y="973702"/>
                  </a:lnTo>
                  <a:lnTo>
                    <a:pt x="67026" y="997217"/>
                  </a:lnTo>
                  <a:lnTo>
                    <a:pt x="109728" y="1005840"/>
                  </a:lnTo>
                  <a:lnTo>
                    <a:pt x="2542032" y="1005840"/>
                  </a:lnTo>
                  <a:lnTo>
                    <a:pt x="2584733" y="997217"/>
                  </a:lnTo>
                  <a:lnTo>
                    <a:pt x="2619613" y="973702"/>
                  </a:lnTo>
                  <a:lnTo>
                    <a:pt x="2643133" y="938824"/>
                  </a:lnTo>
                  <a:lnTo>
                    <a:pt x="2651760" y="896112"/>
                  </a:lnTo>
                  <a:lnTo>
                    <a:pt x="2651760" y="109728"/>
                  </a:lnTo>
                  <a:lnTo>
                    <a:pt x="2643133" y="67026"/>
                  </a:lnTo>
                  <a:lnTo>
                    <a:pt x="2619613" y="32146"/>
                  </a:lnTo>
                  <a:lnTo>
                    <a:pt x="2584733" y="8626"/>
                  </a:lnTo>
                  <a:lnTo>
                    <a:pt x="2542032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035421" y="3657980"/>
              <a:ext cx="2651760" cy="1005840"/>
            </a:xfrm>
            <a:custGeom>
              <a:avLst/>
              <a:gdLst/>
              <a:ahLst/>
              <a:cxnLst/>
              <a:rect l="l" t="t" r="r" b="b"/>
              <a:pathLst>
                <a:path w="2651759" h="1005839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2542032" y="0"/>
                  </a:lnTo>
                  <a:lnTo>
                    <a:pt x="2584733" y="8626"/>
                  </a:lnTo>
                  <a:lnTo>
                    <a:pt x="2619613" y="32146"/>
                  </a:lnTo>
                  <a:lnTo>
                    <a:pt x="2643133" y="67026"/>
                  </a:lnTo>
                  <a:lnTo>
                    <a:pt x="2651760" y="109728"/>
                  </a:lnTo>
                  <a:lnTo>
                    <a:pt x="2651760" y="896112"/>
                  </a:lnTo>
                  <a:lnTo>
                    <a:pt x="2643133" y="938824"/>
                  </a:lnTo>
                  <a:lnTo>
                    <a:pt x="2619613" y="973702"/>
                  </a:lnTo>
                  <a:lnTo>
                    <a:pt x="2584733" y="997217"/>
                  </a:lnTo>
                  <a:lnTo>
                    <a:pt x="2542032" y="1005840"/>
                  </a:lnTo>
                  <a:lnTo>
                    <a:pt x="109728" y="1005840"/>
                  </a:lnTo>
                  <a:lnTo>
                    <a:pt x="67026" y="997217"/>
                  </a:lnTo>
                  <a:lnTo>
                    <a:pt x="32146" y="973702"/>
                  </a:lnTo>
                  <a:lnTo>
                    <a:pt x="8626" y="938824"/>
                  </a:lnTo>
                  <a:lnTo>
                    <a:pt x="0" y="896112"/>
                  </a:lnTo>
                  <a:lnTo>
                    <a:pt x="0" y="109728"/>
                  </a:lnTo>
                  <a:close/>
                </a:path>
              </a:pathLst>
            </a:custGeom>
            <a:ln w="12954">
              <a:solidFill>
                <a:srgbClr val="00A8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160008" y="3781805"/>
            <a:ext cx="1541145" cy="741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310"/>
              </a:lnSpc>
              <a:spcBef>
                <a:spcPts val="95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Under</a:t>
            </a: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1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Supervisor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670"/>
              </a:lnSpc>
            </a:pP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Dr.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G.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Sudhakar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Assoc.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Professor,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 Dept-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CSE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Subject: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DTIE-Projects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" y="960119"/>
            <a:ext cx="548640" cy="54863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474720" y="548640"/>
            <a:ext cx="2514600" cy="868680"/>
          </a:xfrm>
          <a:custGeom>
            <a:avLst/>
            <a:gdLst/>
            <a:ahLst/>
            <a:cxnLst/>
            <a:rect l="l" t="t" r="r" b="b"/>
            <a:pathLst>
              <a:path w="2514600" h="868680">
                <a:moveTo>
                  <a:pt x="2423160" y="0"/>
                </a:moveTo>
                <a:lnTo>
                  <a:pt x="91440" y="0"/>
                </a:lnTo>
                <a:lnTo>
                  <a:pt x="55828" y="7179"/>
                </a:lnTo>
                <a:lnTo>
                  <a:pt x="26765" y="26765"/>
                </a:lnTo>
                <a:lnTo>
                  <a:pt x="7179" y="55828"/>
                </a:lnTo>
                <a:lnTo>
                  <a:pt x="0" y="91439"/>
                </a:lnTo>
                <a:lnTo>
                  <a:pt x="0" y="777239"/>
                </a:lnTo>
                <a:lnTo>
                  <a:pt x="7179" y="812851"/>
                </a:lnTo>
                <a:lnTo>
                  <a:pt x="26765" y="841914"/>
                </a:lnTo>
                <a:lnTo>
                  <a:pt x="55828" y="861500"/>
                </a:lnTo>
                <a:lnTo>
                  <a:pt x="91440" y="868679"/>
                </a:lnTo>
                <a:lnTo>
                  <a:pt x="2423160" y="868679"/>
                </a:lnTo>
                <a:lnTo>
                  <a:pt x="2458771" y="861500"/>
                </a:lnTo>
                <a:lnTo>
                  <a:pt x="2487834" y="841914"/>
                </a:lnTo>
                <a:lnTo>
                  <a:pt x="2507420" y="812851"/>
                </a:lnTo>
                <a:lnTo>
                  <a:pt x="2514600" y="777239"/>
                </a:lnTo>
                <a:lnTo>
                  <a:pt x="2514600" y="91439"/>
                </a:lnTo>
                <a:lnTo>
                  <a:pt x="2507420" y="55828"/>
                </a:lnTo>
                <a:lnTo>
                  <a:pt x="2487834" y="26765"/>
                </a:lnTo>
                <a:lnTo>
                  <a:pt x="2458771" y="7179"/>
                </a:lnTo>
                <a:lnTo>
                  <a:pt x="2423160" y="0"/>
                </a:lnTo>
                <a:close/>
              </a:path>
            </a:pathLst>
          </a:custGeom>
          <a:solidFill>
            <a:srgbClr val="E6F3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00017" y="786892"/>
            <a:ext cx="18986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0F8A8D"/>
                </a:solidFill>
                <a:latin typeface="Trebuchet MS"/>
                <a:cs typeface="Trebuchet MS"/>
              </a:rPr>
              <a:t>1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56634" y="860805"/>
            <a:ext cx="60579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0A3B5D"/>
                </a:solidFill>
                <a:latin typeface="Calibri"/>
                <a:cs typeface="Calibri"/>
              </a:rPr>
              <a:t>Problem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26479" y="548640"/>
            <a:ext cx="2514600" cy="868680"/>
          </a:xfrm>
          <a:custGeom>
            <a:avLst/>
            <a:gdLst/>
            <a:ahLst/>
            <a:cxnLst/>
            <a:rect l="l" t="t" r="r" b="b"/>
            <a:pathLst>
              <a:path w="2514600" h="868680">
                <a:moveTo>
                  <a:pt x="2423160" y="0"/>
                </a:moveTo>
                <a:lnTo>
                  <a:pt x="91440" y="0"/>
                </a:lnTo>
                <a:lnTo>
                  <a:pt x="55828" y="7179"/>
                </a:lnTo>
                <a:lnTo>
                  <a:pt x="26765" y="26765"/>
                </a:lnTo>
                <a:lnTo>
                  <a:pt x="7179" y="55828"/>
                </a:lnTo>
                <a:lnTo>
                  <a:pt x="0" y="91439"/>
                </a:lnTo>
                <a:lnTo>
                  <a:pt x="0" y="777239"/>
                </a:lnTo>
                <a:lnTo>
                  <a:pt x="7179" y="812851"/>
                </a:lnTo>
                <a:lnTo>
                  <a:pt x="26765" y="841914"/>
                </a:lnTo>
                <a:lnTo>
                  <a:pt x="55828" y="861500"/>
                </a:lnTo>
                <a:lnTo>
                  <a:pt x="91440" y="868679"/>
                </a:lnTo>
                <a:lnTo>
                  <a:pt x="2423160" y="868679"/>
                </a:lnTo>
                <a:lnTo>
                  <a:pt x="2458771" y="861500"/>
                </a:lnTo>
                <a:lnTo>
                  <a:pt x="2487834" y="841914"/>
                </a:lnTo>
                <a:lnTo>
                  <a:pt x="2507420" y="812851"/>
                </a:lnTo>
                <a:lnTo>
                  <a:pt x="2514600" y="777239"/>
                </a:lnTo>
                <a:lnTo>
                  <a:pt x="2514600" y="91439"/>
                </a:lnTo>
                <a:lnTo>
                  <a:pt x="2507420" y="55828"/>
                </a:lnTo>
                <a:lnTo>
                  <a:pt x="2487834" y="26765"/>
                </a:lnTo>
                <a:lnTo>
                  <a:pt x="2458771" y="7179"/>
                </a:lnTo>
                <a:lnTo>
                  <a:pt x="2423160" y="0"/>
                </a:lnTo>
                <a:close/>
              </a:path>
            </a:pathLst>
          </a:custGeom>
          <a:solidFill>
            <a:srgbClr val="E6F3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352032" y="786892"/>
            <a:ext cx="18986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0F8A8D"/>
                </a:solidFill>
                <a:latin typeface="Trebuchet MS"/>
                <a:cs typeface="Trebuchet MS"/>
              </a:rPr>
              <a:t>2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08647" y="860805"/>
            <a:ext cx="6305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0A3B5D"/>
                </a:solidFill>
                <a:latin typeface="Calibri"/>
                <a:cs typeface="Calibri"/>
              </a:rPr>
              <a:t>Empathy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380" y="1908733"/>
            <a:ext cx="1030605" cy="103251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3600" spc="-25" b="1">
                <a:solidFill>
                  <a:srgbClr val="1CA7B8"/>
                </a:solidFill>
                <a:latin typeface="Trebuchet MS"/>
                <a:cs typeface="Trebuchet MS"/>
              </a:rPr>
              <a:t>00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Contents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74720" y="1600200"/>
            <a:ext cx="2514600" cy="868680"/>
          </a:xfrm>
          <a:custGeom>
            <a:avLst/>
            <a:gdLst/>
            <a:ahLst/>
            <a:cxnLst/>
            <a:rect l="l" t="t" r="r" b="b"/>
            <a:pathLst>
              <a:path w="2514600" h="868680">
                <a:moveTo>
                  <a:pt x="2423160" y="0"/>
                </a:moveTo>
                <a:lnTo>
                  <a:pt x="91440" y="0"/>
                </a:lnTo>
                <a:lnTo>
                  <a:pt x="55828" y="7179"/>
                </a:lnTo>
                <a:lnTo>
                  <a:pt x="26765" y="26765"/>
                </a:lnTo>
                <a:lnTo>
                  <a:pt x="7179" y="55828"/>
                </a:lnTo>
                <a:lnTo>
                  <a:pt x="0" y="91439"/>
                </a:lnTo>
                <a:lnTo>
                  <a:pt x="0" y="777239"/>
                </a:lnTo>
                <a:lnTo>
                  <a:pt x="7179" y="812851"/>
                </a:lnTo>
                <a:lnTo>
                  <a:pt x="26765" y="841914"/>
                </a:lnTo>
                <a:lnTo>
                  <a:pt x="55828" y="861500"/>
                </a:lnTo>
                <a:lnTo>
                  <a:pt x="91440" y="868679"/>
                </a:lnTo>
                <a:lnTo>
                  <a:pt x="2423160" y="868679"/>
                </a:lnTo>
                <a:lnTo>
                  <a:pt x="2458771" y="861500"/>
                </a:lnTo>
                <a:lnTo>
                  <a:pt x="2487834" y="841914"/>
                </a:lnTo>
                <a:lnTo>
                  <a:pt x="2507420" y="812851"/>
                </a:lnTo>
                <a:lnTo>
                  <a:pt x="2514600" y="777239"/>
                </a:lnTo>
                <a:lnTo>
                  <a:pt x="2514600" y="91439"/>
                </a:lnTo>
                <a:lnTo>
                  <a:pt x="2507420" y="55828"/>
                </a:lnTo>
                <a:lnTo>
                  <a:pt x="2487834" y="26765"/>
                </a:lnTo>
                <a:lnTo>
                  <a:pt x="2458771" y="7179"/>
                </a:lnTo>
                <a:lnTo>
                  <a:pt x="2423160" y="0"/>
                </a:lnTo>
                <a:close/>
              </a:path>
            </a:pathLst>
          </a:custGeom>
          <a:solidFill>
            <a:srgbClr val="E6F3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00017" y="1838451"/>
            <a:ext cx="18986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0F8A8D"/>
                </a:solidFill>
                <a:latin typeface="Trebuchet MS"/>
                <a:cs typeface="Trebuchet MS"/>
              </a:rPr>
              <a:t>3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56634" y="1912366"/>
            <a:ext cx="47625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0A3B5D"/>
                </a:solidFill>
                <a:latin typeface="Calibri"/>
                <a:cs typeface="Calibri"/>
              </a:rPr>
              <a:t>Define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26479" y="1600200"/>
            <a:ext cx="2514600" cy="868680"/>
          </a:xfrm>
          <a:custGeom>
            <a:avLst/>
            <a:gdLst/>
            <a:ahLst/>
            <a:cxnLst/>
            <a:rect l="l" t="t" r="r" b="b"/>
            <a:pathLst>
              <a:path w="2514600" h="868680">
                <a:moveTo>
                  <a:pt x="2423160" y="0"/>
                </a:moveTo>
                <a:lnTo>
                  <a:pt x="91440" y="0"/>
                </a:lnTo>
                <a:lnTo>
                  <a:pt x="55828" y="7179"/>
                </a:lnTo>
                <a:lnTo>
                  <a:pt x="26765" y="26765"/>
                </a:lnTo>
                <a:lnTo>
                  <a:pt x="7179" y="55828"/>
                </a:lnTo>
                <a:lnTo>
                  <a:pt x="0" y="91439"/>
                </a:lnTo>
                <a:lnTo>
                  <a:pt x="0" y="777239"/>
                </a:lnTo>
                <a:lnTo>
                  <a:pt x="7179" y="812851"/>
                </a:lnTo>
                <a:lnTo>
                  <a:pt x="26765" y="841914"/>
                </a:lnTo>
                <a:lnTo>
                  <a:pt x="55828" y="861500"/>
                </a:lnTo>
                <a:lnTo>
                  <a:pt x="91440" y="868679"/>
                </a:lnTo>
                <a:lnTo>
                  <a:pt x="2423160" y="868679"/>
                </a:lnTo>
                <a:lnTo>
                  <a:pt x="2458771" y="861500"/>
                </a:lnTo>
                <a:lnTo>
                  <a:pt x="2487834" y="841914"/>
                </a:lnTo>
                <a:lnTo>
                  <a:pt x="2507420" y="812851"/>
                </a:lnTo>
                <a:lnTo>
                  <a:pt x="2514600" y="777239"/>
                </a:lnTo>
                <a:lnTo>
                  <a:pt x="2514600" y="91439"/>
                </a:lnTo>
                <a:lnTo>
                  <a:pt x="2507420" y="55828"/>
                </a:lnTo>
                <a:lnTo>
                  <a:pt x="2487834" y="26765"/>
                </a:lnTo>
                <a:lnTo>
                  <a:pt x="2458771" y="7179"/>
                </a:lnTo>
                <a:lnTo>
                  <a:pt x="2423160" y="0"/>
                </a:lnTo>
                <a:close/>
              </a:path>
            </a:pathLst>
          </a:custGeom>
          <a:solidFill>
            <a:srgbClr val="E6F3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352032" y="1838451"/>
            <a:ext cx="18986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0F8A8D"/>
                </a:solidFill>
                <a:latin typeface="Trebuchet MS"/>
                <a:cs typeface="Trebuchet MS"/>
              </a:rPr>
              <a:t>4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08647" y="1912366"/>
            <a:ext cx="113093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A3B5D"/>
                </a:solidFill>
                <a:latin typeface="Calibri"/>
                <a:cs typeface="Calibri"/>
              </a:rPr>
              <a:t>Idea</a:t>
            </a:r>
            <a:r>
              <a:rPr dirty="0" sz="1300" spc="-5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A3B5D"/>
                </a:solidFill>
                <a:latin typeface="Calibri"/>
                <a:cs typeface="Calibri"/>
              </a:rPr>
              <a:t>Generation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474720" y="2651760"/>
            <a:ext cx="2514600" cy="868680"/>
          </a:xfrm>
          <a:custGeom>
            <a:avLst/>
            <a:gdLst/>
            <a:ahLst/>
            <a:cxnLst/>
            <a:rect l="l" t="t" r="r" b="b"/>
            <a:pathLst>
              <a:path w="2514600" h="868679">
                <a:moveTo>
                  <a:pt x="2423160" y="0"/>
                </a:moveTo>
                <a:lnTo>
                  <a:pt x="91440" y="0"/>
                </a:lnTo>
                <a:lnTo>
                  <a:pt x="55828" y="7179"/>
                </a:lnTo>
                <a:lnTo>
                  <a:pt x="26765" y="26765"/>
                </a:lnTo>
                <a:lnTo>
                  <a:pt x="7179" y="55828"/>
                </a:lnTo>
                <a:lnTo>
                  <a:pt x="0" y="91439"/>
                </a:lnTo>
                <a:lnTo>
                  <a:pt x="0" y="777239"/>
                </a:lnTo>
                <a:lnTo>
                  <a:pt x="7179" y="812851"/>
                </a:lnTo>
                <a:lnTo>
                  <a:pt x="26765" y="841914"/>
                </a:lnTo>
                <a:lnTo>
                  <a:pt x="55828" y="861500"/>
                </a:lnTo>
                <a:lnTo>
                  <a:pt x="91440" y="868679"/>
                </a:lnTo>
                <a:lnTo>
                  <a:pt x="2423160" y="868679"/>
                </a:lnTo>
                <a:lnTo>
                  <a:pt x="2458771" y="861500"/>
                </a:lnTo>
                <a:lnTo>
                  <a:pt x="2487834" y="841914"/>
                </a:lnTo>
                <a:lnTo>
                  <a:pt x="2507420" y="812851"/>
                </a:lnTo>
                <a:lnTo>
                  <a:pt x="2514600" y="777239"/>
                </a:lnTo>
                <a:lnTo>
                  <a:pt x="2514600" y="91439"/>
                </a:lnTo>
                <a:lnTo>
                  <a:pt x="2507420" y="55828"/>
                </a:lnTo>
                <a:lnTo>
                  <a:pt x="2487834" y="26765"/>
                </a:lnTo>
                <a:lnTo>
                  <a:pt x="2458771" y="7179"/>
                </a:lnTo>
                <a:lnTo>
                  <a:pt x="2423160" y="0"/>
                </a:lnTo>
                <a:close/>
              </a:path>
            </a:pathLst>
          </a:custGeom>
          <a:solidFill>
            <a:srgbClr val="E6F3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700017" y="2890266"/>
            <a:ext cx="18986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0F8A8D"/>
                </a:solidFill>
                <a:latin typeface="Trebuchet MS"/>
                <a:cs typeface="Trebuchet MS"/>
              </a:rPr>
              <a:t>5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56634" y="2964179"/>
            <a:ext cx="880744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A3B5D"/>
                </a:solidFill>
                <a:latin typeface="Calibri"/>
                <a:cs typeface="Calibri"/>
              </a:rPr>
              <a:t>Multi</a:t>
            </a:r>
            <a:r>
              <a:rPr dirty="0" sz="1300" spc="-20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A3B5D"/>
                </a:solidFill>
                <a:latin typeface="Calibri"/>
                <a:cs typeface="Calibri"/>
              </a:rPr>
              <a:t>Voting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26479" y="2651760"/>
            <a:ext cx="2514600" cy="868680"/>
          </a:xfrm>
          <a:custGeom>
            <a:avLst/>
            <a:gdLst/>
            <a:ahLst/>
            <a:cxnLst/>
            <a:rect l="l" t="t" r="r" b="b"/>
            <a:pathLst>
              <a:path w="2514600" h="868679">
                <a:moveTo>
                  <a:pt x="2423160" y="0"/>
                </a:moveTo>
                <a:lnTo>
                  <a:pt x="91440" y="0"/>
                </a:lnTo>
                <a:lnTo>
                  <a:pt x="55828" y="7179"/>
                </a:lnTo>
                <a:lnTo>
                  <a:pt x="26765" y="26765"/>
                </a:lnTo>
                <a:lnTo>
                  <a:pt x="7179" y="55828"/>
                </a:lnTo>
                <a:lnTo>
                  <a:pt x="0" y="91439"/>
                </a:lnTo>
                <a:lnTo>
                  <a:pt x="0" y="777239"/>
                </a:lnTo>
                <a:lnTo>
                  <a:pt x="7179" y="812851"/>
                </a:lnTo>
                <a:lnTo>
                  <a:pt x="26765" y="841914"/>
                </a:lnTo>
                <a:lnTo>
                  <a:pt x="55828" y="861500"/>
                </a:lnTo>
                <a:lnTo>
                  <a:pt x="91440" y="868679"/>
                </a:lnTo>
                <a:lnTo>
                  <a:pt x="2423160" y="868679"/>
                </a:lnTo>
                <a:lnTo>
                  <a:pt x="2458771" y="861500"/>
                </a:lnTo>
                <a:lnTo>
                  <a:pt x="2487834" y="841914"/>
                </a:lnTo>
                <a:lnTo>
                  <a:pt x="2507420" y="812851"/>
                </a:lnTo>
                <a:lnTo>
                  <a:pt x="2514600" y="777239"/>
                </a:lnTo>
                <a:lnTo>
                  <a:pt x="2514600" y="91439"/>
                </a:lnTo>
                <a:lnTo>
                  <a:pt x="2507420" y="55828"/>
                </a:lnTo>
                <a:lnTo>
                  <a:pt x="2487834" y="26765"/>
                </a:lnTo>
                <a:lnTo>
                  <a:pt x="2458771" y="7179"/>
                </a:lnTo>
                <a:lnTo>
                  <a:pt x="2423160" y="0"/>
                </a:lnTo>
                <a:close/>
              </a:path>
            </a:pathLst>
          </a:custGeom>
          <a:solidFill>
            <a:srgbClr val="E6F3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352032" y="2890266"/>
            <a:ext cx="18986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0F8A8D"/>
                </a:solidFill>
                <a:latin typeface="Trebuchet MS"/>
                <a:cs typeface="Trebuchet MS"/>
              </a:rPr>
              <a:t>6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08647" y="2865119"/>
            <a:ext cx="134556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A3B5D"/>
                </a:solidFill>
                <a:latin typeface="Calibri"/>
                <a:cs typeface="Calibri"/>
              </a:rPr>
              <a:t>Rapid</a:t>
            </a:r>
            <a:r>
              <a:rPr dirty="0" sz="1300" spc="-35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A3B5D"/>
                </a:solidFill>
                <a:latin typeface="Calibri"/>
                <a:cs typeface="Calibri"/>
              </a:rPr>
              <a:t>Estimation</a:t>
            </a:r>
            <a:r>
              <a:rPr dirty="0" sz="1300" spc="-50" b="1">
                <a:solidFill>
                  <a:srgbClr val="0A3B5D"/>
                </a:solidFill>
                <a:latin typeface="Calibri"/>
                <a:cs typeface="Calibri"/>
              </a:rPr>
              <a:t> &amp; </a:t>
            </a:r>
            <a:r>
              <a:rPr dirty="0" sz="1300" b="1">
                <a:solidFill>
                  <a:srgbClr val="0A3B5D"/>
                </a:solidFill>
                <a:latin typeface="Calibri"/>
                <a:cs typeface="Calibri"/>
              </a:rPr>
              <a:t>Solution</a:t>
            </a:r>
            <a:r>
              <a:rPr dirty="0" sz="1300" spc="-45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A3B5D"/>
                </a:solidFill>
                <a:latin typeface="Calibri"/>
                <a:cs typeface="Calibri"/>
              </a:rPr>
              <a:t>Concept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474720" y="3703320"/>
            <a:ext cx="2514600" cy="868680"/>
          </a:xfrm>
          <a:custGeom>
            <a:avLst/>
            <a:gdLst/>
            <a:ahLst/>
            <a:cxnLst/>
            <a:rect l="l" t="t" r="r" b="b"/>
            <a:pathLst>
              <a:path w="2514600" h="868679">
                <a:moveTo>
                  <a:pt x="2423160" y="0"/>
                </a:moveTo>
                <a:lnTo>
                  <a:pt x="91440" y="0"/>
                </a:lnTo>
                <a:lnTo>
                  <a:pt x="55828" y="7179"/>
                </a:lnTo>
                <a:lnTo>
                  <a:pt x="26765" y="26765"/>
                </a:lnTo>
                <a:lnTo>
                  <a:pt x="7179" y="55828"/>
                </a:lnTo>
                <a:lnTo>
                  <a:pt x="0" y="91439"/>
                </a:lnTo>
                <a:lnTo>
                  <a:pt x="0" y="777239"/>
                </a:lnTo>
                <a:lnTo>
                  <a:pt x="7179" y="812830"/>
                </a:lnTo>
                <a:lnTo>
                  <a:pt x="26765" y="841895"/>
                </a:lnTo>
                <a:lnTo>
                  <a:pt x="55828" y="861493"/>
                </a:lnTo>
                <a:lnTo>
                  <a:pt x="91440" y="868679"/>
                </a:lnTo>
                <a:lnTo>
                  <a:pt x="2423160" y="868679"/>
                </a:lnTo>
                <a:lnTo>
                  <a:pt x="2458771" y="861493"/>
                </a:lnTo>
                <a:lnTo>
                  <a:pt x="2487834" y="841895"/>
                </a:lnTo>
                <a:lnTo>
                  <a:pt x="2507420" y="812830"/>
                </a:lnTo>
                <a:lnTo>
                  <a:pt x="2514600" y="777239"/>
                </a:lnTo>
                <a:lnTo>
                  <a:pt x="2514600" y="91439"/>
                </a:lnTo>
                <a:lnTo>
                  <a:pt x="2507420" y="55828"/>
                </a:lnTo>
                <a:lnTo>
                  <a:pt x="2487834" y="26765"/>
                </a:lnTo>
                <a:lnTo>
                  <a:pt x="2458771" y="7179"/>
                </a:lnTo>
                <a:lnTo>
                  <a:pt x="2423160" y="0"/>
                </a:lnTo>
                <a:close/>
              </a:path>
            </a:pathLst>
          </a:custGeom>
          <a:solidFill>
            <a:srgbClr val="E6F3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700017" y="3941572"/>
            <a:ext cx="18986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0F8A8D"/>
                </a:solidFill>
                <a:latin typeface="Trebuchet MS"/>
                <a:cs typeface="Trebuchet MS"/>
              </a:rPr>
              <a:t>7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56634" y="4015740"/>
            <a:ext cx="118491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A3B5D"/>
                </a:solidFill>
                <a:latin typeface="Calibri"/>
                <a:cs typeface="Calibri"/>
              </a:rPr>
              <a:t>Rough</a:t>
            </a:r>
            <a:r>
              <a:rPr dirty="0" sz="1300" spc="-30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A3B5D"/>
                </a:solidFill>
                <a:latin typeface="Calibri"/>
                <a:cs typeface="Calibri"/>
              </a:rPr>
              <a:t>Prototype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26479" y="3703320"/>
            <a:ext cx="2514600" cy="868680"/>
          </a:xfrm>
          <a:custGeom>
            <a:avLst/>
            <a:gdLst/>
            <a:ahLst/>
            <a:cxnLst/>
            <a:rect l="l" t="t" r="r" b="b"/>
            <a:pathLst>
              <a:path w="2514600" h="868679">
                <a:moveTo>
                  <a:pt x="2423160" y="0"/>
                </a:moveTo>
                <a:lnTo>
                  <a:pt x="91440" y="0"/>
                </a:lnTo>
                <a:lnTo>
                  <a:pt x="55828" y="7179"/>
                </a:lnTo>
                <a:lnTo>
                  <a:pt x="26765" y="26765"/>
                </a:lnTo>
                <a:lnTo>
                  <a:pt x="7179" y="55828"/>
                </a:lnTo>
                <a:lnTo>
                  <a:pt x="0" y="91439"/>
                </a:lnTo>
                <a:lnTo>
                  <a:pt x="0" y="777239"/>
                </a:lnTo>
                <a:lnTo>
                  <a:pt x="7179" y="812830"/>
                </a:lnTo>
                <a:lnTo>
                  <a:pt x="26765" y="841895"/>
                </a:lnTo>
                <a:lnTo>
                  <a:pt x="55828" y="861493"/>
                </a:lnTo>
                <a:lnTo>
                  <a:pt x="91440" y="868679"/>
                </a:lnTo>
                <a:lnTo>
                  <a:pt x="2423160" y="868679"/>
                </a:lnTo>
                <a:lnTo>
                  <a:pt x="2458771" y="861493"/>
                </a:lnTo>
                <a:lnTo>
                  <a:pt x="2487834" y="841895"/>
                </a:lnTo>
                <a:lnTo>
                  <a:pt x="2507420" y="812830"/>
                </a:lnTo>
                <a:lnTo>
                  <a:pt x="2514600" y="777239"/>
                </a:lnTo>
                <a:lnTo>
                  <a:pt x="2514600" y="91439"/>
                </a:lnTo>
                <a:lnTo>
                  <a:pt x="2507420" y="55828"/>
                </a:lnTo>
                <a:lnTo>
                  <a:pt x="2487834" y="26765"/>
                </a:lnTo>
                <a:lnTo>
                  <a:pt x="2458771" y="7179"/>
                </a:lnTo>
                <a:lnTo>
                  <a:pt x="2423160" y="0"/>
                </a:lnTo>
                <a:close/>
              </a:path>
            </a:pathLst>
          </a:custGeom>
          <a:solidFill>
            <a:srgbClr val="E6F3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352032" y="3941572"/>
            <a:ext cx="18986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0F8A8D"/>
                </a:solidFill>
                <a:latin typeface="Trebuchet MS"/>
                <a:cs typeface="Trebuchet MS"/>
              </a:rPr>
              <a:t>8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08647" y="4015740"/>
            <a:ext cx="105727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0A3B5D"/>
                </a:solidFill>
                <a:latin typeface="Calibri"/>
                <a:cs typeface="Calibri"/>
              </a:rPr>
              <a:t>Demonstration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" y="960119"/>
            <a:ext cx="548640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27380" y="1908733"/>
            <a:ext cx="964565" cy="103251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3600" spc="-25" b="1">
                <a:solidFill>
                  <a:srgbClr val="1CA7B8"/>
                </a:solidFill>
                <a:latin typeface="Trebuchet MS"/>
                <a:cs typeface="Trebuchet MS"/>
              </a:rPr>
              <a:t>01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Problem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69" y="3291840"/>
            <a:ext cx="2887980" cy="151104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53714" y="611632"/>
            <a:ext cx="4922520" cy="3683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375920" indent="-342900">
              <a:lnSpc>
                <a:spcPct val="100000"/>
              </a:lnSpc>
              <a:spcBef>
                <a:spcPts val="95"/>
              </a:spcBef>
              <a:buChar char="●"/>
              <a:tabLst>
                <a:tab pos="355600" algn="l"/>
              </a:tabLst>
            </a:pPr>
            <a:r>
              <a:rPr dirty="0" sz="2000" spc="-10">
                <a:solidFill>
                  <a:srgbClr val="2D75B6"/>
                </a:solidFill>
                <a:latin typeface="Calibri"/>
                <a:cs typeface="Calibri"/>
              </a:rPr>
              <a:t>Attendance</a:t>
            </a:r>
            <a:r>
              <a:rPr dirty="0" sz="2000" spc="-3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marking</a:t>
            </a:r>
            <a:r>
              <a:rPr dirty="0" sz="2000" spc="-4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during</a:t>
            </a:r>
            <a:r>
              <a:rPr dirty="0" sz="2000" spc="-6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class</a:t>
            </a:r>
            <a:r>
              <a:rPr dirty="0" sz="2000" spc="-5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is</a:t>
            </a:r>
            <a:r>
              <a:rPr dirty="0" sz="2000" spc="-5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2D75B6"/>
                </a:solidFill>
                <a:latin typeface="Calibri"/>
                <a:cs typeface="Calibri"/>
              </a:rPr>
              <a:t>time-consuming.</a:t>
            </a:r>
            <a:endParaRPr sz="2000">
              <a:latin typeface="Calibri"/>
              <a:cs typeface="Calibri"/>
            </a:endParaRPr>
          </a:p>
          <a:p>
            <a:pPr marL="355600" marR="17145" indent="-342900">
              <a:lnSpc>
                <a:spcPct val="100000"/>
              </a:lnSpc>
              <a:spcBef>
                <a:spcPts val="1200"/>
              </a:spcBef>
              <a:buChar char="●"/>
              <a:tabLst>
                <a:tab pos="355600" algn="l"/>
              </a:tabLst>
            </a:pP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Paper</a:t>
            </a:r>
            <a:r>
              <a:rPr dirty="0" sz="2000" spc="-6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2D75B6"/>
                </a:solidFill>
                <a:latin typeface="Calibri"/>
                <a:cs typeface="Calibri"/>
              </a:rPr>
              <a:t>registers</a:t>
            </a:r>
            <a:r>
              <a:rPr dirty="0" sz="2000" spc="-5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cause</a:t>
            </a:r>
            <a:r>
              <a:rPr dirty="0" sz="2000" spc="-6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errors</a:t>
            </a:r>
            <a:r>
              <a:rPr dirty="0" sz="2000" spc="-6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and</a:t>
            </a:r>
            <a:r>
              <a:rPr dirty="0" sz="2000" spc="-7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allow</a:t>
            </a:r>
            <a:r>
              <a:rPr dirty="0" sz="2000" spc="-8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2D75B6"/>
                </a:solidFill>
                <a:latin typeface="Calibri"/>
                <a:cs typeface="Calibri"/>
              </a:rPr>
              <a:t>proxy attendance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har char="●"/>
              <a:tabLst>
                <a:tab pos="354965" algn="l"/>
              </a:tabLst>
            </a:pP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Faculty</a:t>
            </a:r>
            <a:r>
              <a:rPr dirty="0" sz="2000" spc="-7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2D75B6"/>
                </a:solidFill>
                <a:latin typeface="Calibri"/>
                <a:cs typeface="Calibri"/>
              </a:rPr>
              <a:t>calculate</a:t>
            </a:r>
            <a:r>
              <a:rPr dirty="0" sz="2000" spc="-6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2D75B6"/>
                </a:solidFill>
                <a:latin typeface="Calibri"/>
                <a:cs typeface="Calibri"/>
              </a:rPr>
              <a:t>attendance</a:t>
            </a:r>
            <a:r>
              <a:rPr dirty="0" sz="2000" spc="-6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2D75B6"/>
                </a:solidFill>
                <a:latin typeface="Calibri"/>
                <a:cs typeface="Calibri"/>
              </a:rPr>
              <a:t>percentages</a:t>
            </a:r>
            <a:r>
              <a:rPr dirty="0" sz="2000" spc="-6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2D75B6"/>
                </a:solidFill>
                <a:latin typeface="Calibri"/>
                <a:cs typeface="Calibri"/>
              </a:rPr>
              <a:t>by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000" spc="-20">
                <a:solidFill>
                  <a:srgbClr val="2D75B6"/>
                </a:solidFill>
                <a:latin typeface="Calibri"/>
                <a:cs typeface="Calibri"/>
              </a:rPr>
              <a:t>hand</a:t>
            </a:r>
            <a:endParaRPr sz="2000">
              <a:latin typeface="Calibri"/>
              <a:cs typeface="Calibri"/>
            </a:endParaRPr>
          </a:p>
          <a:p>
            <a:pPr marL="355600" marR="46990" indent="-342900">
              <a:lnSpc>
                <a:spcPct val="100000"/>
              </a:lnSpc>
              <a:spcBef>
                <a:spcPts val="1200"/>
              </a:spcBef>
              <a:buChar char="●"/>
              <a:tabLst>
                <a:tab pos="355600" algn="l"/>
              </a:tabLst>
            </a:pP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Students</a:t>
            </a:r>
            <a:r>
              <a:rPr dirty="0" sz="2000" spc="-6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and</a:t>
            </a:r>
            <a:r>
              <a:rPr dirty="0" sz="2000" spc="-7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parents</a:t>
            </a:r>
            <a:r>
              <a:rPr dirty="0" sz="2000" spc="-6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learn</a:t>
            </a:r>
            <a:r>
              <a:rPr dirty="0" sz="2000" spc="-6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about</a:t>
            </a:r>
            <a:r>
              <a:rPr dirty="0" sz="2000" spc="-7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2D75B6"/>
                </a:solidFill>
                <a:latin typeface="Calibri"/>
                <a:cs typeface="Calibri"/>
              </a:rPr>
              <a:t>shortages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too</a:t>
            </a:r>
            <a:r>
              <a:rPr dirty="0" sz="2000" spc="-5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2D75B6"/>
                </a:solidFill>
                <a:latin typeface="Calibri"/>
                <a:cs typeface="Calibri"/>
              </a:rPr>
              <a:t>late.</a:t>
            </a:r>
            <a:endParaRPr sz="2000">
              <a:latin typeface="Calibri"/>
              <a:cs typeface="Calibri"/>
            </a:endParaRPr>
          </a:p>
          <a:p>
            <a:pPr marL="355600" marR="673100" indent="-342900">
              <a:lnSpc>
                <a:spcPct val="100000"/>
              </a:lnSpc>
              <a:spcBef>
                <a:spcPts val="1200"/>
              </a:spcBef>
              <a:buChar char="●"/>
              <a:tabLst>
                <a:tab pos="355600" algn="l"/>
              </a:tabLst>
            </a:pP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Students</a:t>
            </a:r>
            <a:r>
              <a:rPr dirty="0" sz="2000" spc="-4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with</a:t>
            </a:r>
            <a:r>
              <a:rPr dirty="0" sz="2000" spc="-5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low</a:t>
            </a:r>
            <a:r>
              <a:rPr dirty="0" sz="2000" spc="-6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2D75B6"/>
                </a:solidFill>
                <a:latin typeface="Calibri"/>
                <a:cs typeface="Calibri"/>
              </a:rPr>
              <a:t>attendance</a:t>
            </a:r>
            <a:r>
              <a:rPr dirty="0" sz="2000" spc="-2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are</a:t>
            </a:r>
            <a:r>
              <a:rPr dirty="0" sz="2000" spc="-5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2D75B6"/>
                </a:solidFill>
                <a:latin typeface="Calibri"/>
                <a:cs typeface="Calibri"/>
              </a:rPr>
              <a:t>not </a:t>
            </a:r>
            <a:r>
              <a:rPr dirty="0" sz="2000" spc="-10">
                <a:solidFill>
                  <a:srgbClr val="2D75B6"/>
                </a:solidFill>
                <a:latin typeface="Calibri"/>
                <a:cs typeface="Calibri"/>
              </a:rPr>
              <a:t>identified</a:t>
            </a:r>
            <a:r>
              <a:rPr dirty="0" sz="2000" spc="-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D75B6"/>
                </a:solidFill>
                <a:latin typeface="Calibri"/>
                <a:cs typeface="Calibri"/>
              </a:rPr>
              <a:t>on</a:t>
            </a:r>
            <a:r>
              <a:rPr dirty="0" sz="2000" spc="-35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2D75B6"/>
                </a:solidFill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" y="960119"/>
            <a:ext cx="548640" cy="5486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474720" y="548640"/>
            <a:ext cx="5212080" cy="1280160"/>
            <a:chOff x="3474720" y="548640"/>
            <a:chExt cx="5212080" cy="1280160"/>
          </a:xfrm>
        </p:grpSpPr>
        <p:sp>
          <p:nvSpPr>
            <p:cNvPr id="5" name="object 5"/>
            <p:cNvSpPr/>
            <p:nvPr/>
          </p:nvSpPr>
          <p:spPr>
            <a:xfrm>
              <a:off x="3474720" y="548640"/>
              <a:ext cx="5212080" cy="1280160"/>
            </a:xfrm>
            <a:custGeom>
              <a:avLst/>
              <a:gdLst/>
              <a:ahLst/>
              <a:cxnLst/>
              <a:rect l="l" t="t" r="r" b="b"/>
              <a:pathLst>
                <a:path w="5212080" h="1280160">
                  <a:moveTo>
                    <a:pt x="512064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188720"/>
                  </a:lnTo>
                  <a:lnTo>
                    <a:pt x="7179" y="1224331"/>
                  </a:lnTo>
                  <a:lnTo>
                    <a:pt x="26765" y="1253394"/>
                  </a:lnTo>
                  <a:lnTo>
                    <a:pt x="55828" y="1272980"/>
                  </a:lnTo>
                  <a:lnTo>
                    <a:pt x="91440" y="1280159"/>
                  </a:lnTo>
                  <a:lnTo>
                    <a:pt x="5120640" y="1280159"/>
                  </a:lnTo>
                  <a:lnTo>
                    <a:pt x="5156251" y="1272980"/>
                  </a:lnTo>
                  <a:lnTo>
                    <a:pt x="5185314" y="1253394"/>
                  </a:lnTo>
                  <a:lnTo>
                    <a:pt x="5204900" y="1224331"/>
                  </a:lnTo>
                  <a:lnTo>
                    <a:pt x="5212080" y="1188720"/>
                  </a:lnTo>
                  <a:lnTo>
                    <a:pt x="5212080" y="91439"/>
                  </a:lnTo>
                  <a:lnTo>
                    <a:pt x="5204900" y="55828"/>
                  </a:lnTo>
                  <a:lnTo>
                    <a:pt x="5185314" y="26765"/>
                  </a:lnTo>
                  <a:lnTo>
                    <a:pt x="5156251" y="7179"/>
                  </a:lnTo>
                  <a:lnTo>
                    <a:pt x="5120640" y="0"/>
                  </a:lnTo>
                  <a:close/>
                </a:path>
              </a:pathLst>
            </a:custGeom>
            <a:solidFill>
              <a:srgbClr val="E6F3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57600" y="82296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69" y="2848"/>
                  </a:lnTo>
                  <a:lnTo>
                    <a:pt x="275682" y="11167"/>
                  </a:lnTo>
                  <a:lnTo>
                    <a:pt x="233542" y="24613"/>
                  </a:lnTo>
                  <a:lnTo>
                    <a:pt x="193790" y="42844"/>
                  </a:lnTo>
                  <a:lnTo>
                    <a:pt x="156770" y="65517"/>
                  </a:lnTo>
                  <a:lnTo>
                    <a:pt x="122822" y="92291"/>
                  </a:lnTo>
                  <a:lnTo>
                    <a:pt x="92291" y="122822"/>
                  </a:lnTo>
                  <a:lnTo>
                    <a:pt x="65517" y="156770"/>
                  </a:lnTo>
                  <a:lnTo>
                    <a:pt x="42844" y="193790"/>
                  </a:lnTo>
                  <a:lnTo>
                    <a:pt x="24613" y="233542"/>
                  </a:lnTo>
                  <a:lnTo>
                    <a:pt x="11167" y="275682"/>
                  </a:lnTo>
                  <a:lnTo>
                    <a:pt x="2848" y="319869"/>
                  </a:lnTo>
                  <a:lnTo>
                    <a:pt x="0" y="365760"/>
                  </a:lnTo>
                  <a:lnTo>
                    <a:pt x="2848" y="411650"/>
                  </a:lnTo>
                  <a:lnTo>
                    <a:pt x="11167" y="455837"/>
                  </a:lnTo>
                  <a:lnTo>
                    <a:pt x="24613" y="497977"/>
                  </a:lnTo>
                  <a:lnTo>
                    <a:pt x="42844" y="537729"/>
                  </a:lnTo>
                  <a:lnTo>
                    <a:pt x="65517" y="574749"/>
                  </a:lnTo>
                  <a:lnTo>
                    <a:pt x="92291" y="608697"/>
                  </a:lnTo>
                  <a:lnTo>
                    <a:pt x="122822" y="639228"/>
                  </a:lnTo>
                  <a:lnTo>
                    <a:pt x="156770" y="666002"/>
                  </a:lnTo>
                  <a:lnTo>
                    <a:pt x="193790" y="688675"/>
                  </a:lnTo>
                  <a:lnTo>
                    <a:pt x="233542" y="706906"/>
                  </a:lnTo>
                  <a:lnTo>
                    <a:pt x="275682" y="720352"/>
                  </a:lnTo>
                  <a:lnTo>
                    <a:pt x="319869" y="728671"/>
                  </a:lnTo>
                  <a:lnTo>
                    <a:pt x="365760" y="731520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20" y="365760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0F8A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0480" y="1005840"/>
              <a:ext cx="365760" cy="36576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605273" y="596834"/>
            <a:ext cx="3728085" cy="80835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700" spc="-10" b="1">
                <a:solidFill>
                  <a:srgbClr val="0A3B5D"/>
                </a:solidFill>
                <a:latin typeface="Trebuchet MS"/>
                <a:cs typeface="Trebuchet MS"/>
              </a:rPr>
              <a:t>Students</a:t>
            </a: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434"/>
              </a:spcBef>
            </a:pP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Fear</a:t>
            </a:r>
            <a:r>
              <a:rPr dirty="0" sz="13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unfair</a:t>
            </a:r>
            <a:r>
              <a:rPr dirty="0" sz="1300" spc="-2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marking,</a:t>
            </a:r>
            <a:r>
              <a:rPr dirty="0" sz="1300" spc="-2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want</a:t>
            </a:r>
            <a:r>
              <a:rPr dirty="0" sz="1300" spc="-2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to</a:t>
            </a:r>
            <a:r>
              <a:rPr dirty="0" sz="13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see</a:t>
            </a:r>
            <a:r>
              <a:rPr dirty="0" sz="1300" spc="-2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their</a:t>
            </a:r>
            <a:r>
              <a:rPr dirty="0" sz="1300" spc="-2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own</a:t>
            </a:r>
            <a:r>
              <a:rPr dirty="0" sz="13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5466"/>
                </a:solidFill>
                <a:latin typeface="Calibri"/>
                <a:cs typeface="Calibri"/>
              </a:rPr>
              <a:t>attendance,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dread</a:t>
            </a:r>
            <a:r>
              <a:rPr dirty="0" sz="13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shortage</a:t>
            </a:r>
            <a:r>
              <a:rPr dirty="0" sz="13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5466"/>
                </a:solidFill>
                <a:latin typeface="Calibri"/>
                <a:cs typeface="Calibri"/>
              </a:rPr>
              <a:t>detention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380" y="1908733"/>
            <a:ext cx="1008380" cy="103251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3600" spc="-25" b="1">
                <a:solidFill>
                  <a:srgbClr val="1CA7B8"/>
                </a:solidFill>
                <a:latin typeface="Trebuchet MS"/>
                <a:cs typeface="Trebuchet MS"/>
              </a:rPr>
              <a:t>02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Empathy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74720" y="2011679"/>
            <a:ext cx="5212080" cy="1280160"/>
            <a:chOff x="3474720" y="2011679"/>
            <a:chExt cx="5212080" cy="1280160"/>
          </a:xfrm>
        </p:grpSpPr>
        <p:sp>
          <p:nvSpPr>
            <p:cNvPr id="10" name="object 10"/>
            <p:cNvSpPr/>
            <p:nvPr/>
          </p:nvSpPr>
          <p:spPr>
            <a:xfrm>
              <a:off x="3474720" y="2011679"/>
              <a:ext cx="5212080" cy="1280160"/>
            </a:xfrm>
            <a:custGeom>
              <a:avLst/>
              <a:gdLst/>
              <a:ahLst/>
              <a:cxnLst/>
              <a:rect l="l" t="t" r="r" b="b"/>
              <a:pathLst>
                <a:path w="5212080" h="1280160">
                  <a:moveTo>
                    <a:pt x="512064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188720"/>
                  </a:lnTo>
                  <a:lnTo>
                    <a:pt x="7179" y="1224331"/>
                  </a:lnTo>
                  <a:lnTo>
                    <a:pt x="26765" y="1253394"/>
                  </a:lnTo>
                  <a:lnTo>
                    <a:pt x="55828" y="1272980"/>
                  </a:lnTo>
                  <a:lnTo>
                    <a:pt x="91440" y="1280159"/>
                  </a:lnTo>
                  <a:lnTo>
                    <a:pt x="5120640" y="1280159"/>
                  </a:lnTo>
                  <a:lnTo>
                    <a:pt x="5156251" y="1272980"/>
                  </a:lnTo>
                  <a:lnTo>
                    <a:pt x="5185314" y="1253394"/>
                  </a:lnTo>
                  <a:lnTo>
                    <a:pt x="5204900" y="1224331"/>
                  </a:lnTo>
                  <a:lnTo>
                    <a:pt x="5212080" y="1188720"/>
                  </a:lnTo>
                  <a:lnTo>
                    <a:pt x="5212080" y="91439"/>
                  </a:lnTo>
                  <a:lnTo>
                    <a:pt x="5204900" y="55828"/>
                  </a:lnTo>
                  <a:lnTo>
                    <a:pt x="5185314" y="26765"/>
                  </a:lnTo>
                  <a:lnTo>
                    <a:pt x="5156251" y="7179"/>
                  </a:lnTo>
                  <a:lnTo>
                    <a:pt x="5120640" y="0"/>
                  </a:lnTo>
                  <a:close/>
                </a:path>
              </a:pathLst>
            </a:custGeom>
            <a:solidFill>
              <a:srgbClr val="E6F3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57600" y="228599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69" y="2848"/>
                  </a:lnTo>
                  <a:lnTo>
                    <a:pt x="275682" y="11167"/>
                  </a:lnTo>
                  <a:lnTo>
                    <a:pt x="233542" y="24613"/>
                  </a:lnTo>
                  <a:lnTo>
                    <a:pt x="193790" y="42844"/>
                  </a:lnTo>
                  <a:lnTo>
                    <a:pt x="156770" y="65517"/>
                  </a:lnTo>
                  <a:lnTo>
                    <a:pt x="122822" y="92291"/>
                  </a:lnTo>
                  <a:lnTo>
                    <a:pt x="92291" y="122822"/>
                  </a:lnTo>
                  <a:lnTo>
                    <a:pt x="65517" y="156770"/>
                  </a:lnTo>
                  <a:lnTo>
                    <a:pt x="42844" y="193790"/>
                  </a:lnTo>
                  <a:lnTo>
                    <a:pt x="24613" y="233542"/>
                  </a:lnTo>
                  <a:lnTo>
                    <a:pt x="11167" y="275682"/>
                  </a:lnTo>
                  <a:lnTo>
                    <a:pt x="2848" y="319869"/>
                  </a:lnTo>
                  <a:lnTo>
                    <a:pt x="0" y="365760"/>
                  </a:lnTo>
                  <a:lnTo>
                    <a:pt x="2848" y="411650"/>
                  </a:lnTo>
                  <a:lnTo>
                    <a:pt x="11167" y="455837"/>
                  </a:lnTo>
                  <a:lnTo>
                    <a:pt x="24613" y="497977"/>
                  </a:lnTo>
                  <a:lnTo>
                    <a:pt x="42844" y="537729"/>
                  </a:lnTo>
                  <a:lnTo>
                    <a:pt x="65517" y="574749"/>
                  </a:lnTo>
                  <a:lnTo>
                    <a:pt x="92291" y="608697"/>
                  </a:lnTo>
                  <a:lnTo>
                    <a:pt x="122822" y="639228"/>
                  </a:lnTo>
                  <a:lnTo>
                    <a:pt x="156770" y="666002"/>
                  </a:lnTo>
                  <a:lnTo>
                    <a:pt x="193790" y="688675"/>
                  </a:lnTo>
                  <a:lnTo>
                    <a:pt x="233542" y="706906"/>
                  </a:lnTo>
                  <a:lnTo>
                    <a:pt x="275682" y="720352"/>
                  </a:lnTo>
                  <a:lnTo>
                    <a:pt x="319869" y="728671"/>
                  </a:lnTo>
                  <a:lnTo>
                    <a:pt x="365760" y="731520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20" y="365760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318B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0480" y="2468879"/>
              <a:ext cx="365760" cy="36576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605273" y="2059542"/>
            <a:ext cx="3827145" cy="80899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700" spc="-10" b="1">
                <a:solidFill>
                  <a:srgbClr val="0A3B5D"/>
                </a:solidFill>
                <a:latin typeface="Trebuchet MS"/>
                <a:cs typeface="Trebuchet MS"/>
              </a:rPr>
              <a:t>Faculty</a:t>
            </a: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440"/>
              </a:spcBef>
            </a:pP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Lose</a:t>
            </a:r>
            <a:r>
              <a:rPr dirty="0" sz="13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teaching</a:t>
            </a:r>
            <a:r>
              <a:rPr dirty="0" sz="13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time,</a:t>
            </a:r>
            <a:r>
              <a:rPr dirty="0" sz="1300" spc="-3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cannot</a:t>
            </a:r>
            <a:r>
              <a:rPr dirty="0" sz="13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catch</a:t>
            </a:r>
            <a:r>
              <a:rPr dirty="0" sz="13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5466"/>
                </a:solidFill>
                <a:latin typeface="Calibri"/>
                <a:cs typeface="Calibri"/>
              </a:rPr>
              <a:t>proxies</a:t>
            </a:r>
            <a:r>
              <a:rPr dirty="0" sz="1300" spc="-3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in</a:t>
            </a:r>
            <a:r>
              <a:rPr dirty="0" sz="13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large</a:t>
            </a:r>
            <a:r>
              <a:rPr dirty="0" sz="1300" spc="-3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5466"/>
                </a:solidFill>
                <a:latin typeface="Calibri"/>
                <a:cs typeface="Calibri"/>
              </a:rPr>
              <a:t>classes,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repeat</a:t>
            </a:r>
            <a:r>
              <a:rPr dirty="0" sz="13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5466"/>
                </a:solidFill>
                <a:latin typeface="Calibri"/>
                <a:cs typeface="Calibri"/>
              </a:rPr>
              <a:t>paperwork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3094482"/>
            <a:ext cx="3017520" cy="2011680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474720" y="3474720"/>
            <a:ext cx="5212080" cy="1280160"/>
            <a:chOff x="3474720" y="3474720"/>
            <a:chExt cx="5212080" cy="1280160"/>
          </a:xfrm>
        </p:grpSpPr>
        <p:sp>
          <p:nvSpPr>
            <p:cNvPr id="15" name="object 15"/>
            <p:cNvSpPr/>
            <p:nvPr/>
          </p:nvSpPr>
          <p:spPr>
            <a:xfrm>
              <a:off x="3474720" y="3474720"/>
              <a:ext cx="5212080" cy="1280160"/>
            </a:xfrm>
            <a:custGeom>
              <a:avLst/>
              <a:gdLst/>
              <a:ahLst/>
              <a:cxnLst/>
              <a:rect l="l" t="t" r="r" b="b"/>
              <a:pathLst>
                <a:path w="5212080" h="1280160">
                  <a:moveTo>
                    <a:pt x="512064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188719"/>
                  </a:lnTo>
                  <a:lnTo>
                    <a:pt x="7179" y="1224310"/>
                  </a:lnTo>
                  <a:lnTo>
                    <a:pt x="26765" y="1253375"/>
                  </a:lnTo>
                  <a:lnTo>
                    <a:pt x="55828" y="1272973"/>
                  </a:lnTo>
                  <a:lnTo>
                    <a:pt x="91440" y="1280159"/>
                  </a:lnTo>
                  <a:lnTo>
                    <a:pt x="5120640" y="1280159"/>
                  </a:lnTo>
                  <a:lnTo>
                    <a:pt x="5156251" y="1272973"/>
                  </a:lnTo>
                  <a:lnTo>
                    <a:pt x="5185314" y="1253375"/>
                  </a:lnTo>
                  <a:lnTo>
                    <a:pt x="5204900" y="1224310"/>
                  </a:lnTo>
                  <a:lnTo>
                    <a:pt x="5212080" y="1188719"/>
                  </a:lnTo>
                  <a:lnTo>
                    <a:pt x="5212080" y="91439"/>
                  </a:lnTo>
                  <a:lnTo>
                    <a:pt x="5204900" y="55828"/>
                  </a:lnTo>
                  <a:lnTo>
                    <a:pt x="5185314" y="26765"/>
                  </a:lnTo>
                  <a:lnTo>
                    <a:pt x="5156251" y="7179"/>
                  </a:lnTo>
                  <a:lnTo>
                    <a:pt x="5120640" y="0"/>
                  </a:lnTo>
                  <a:close/>
                </a:path>
              </a:pathLst>
            </a:custGeom>
            <a:solidFill>
              <a:srgbClr val="E6F3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657600" y="374904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365760" y="0"/>
                  </a:moveTo>
                  <a:lnTo>
                    <a:pt x="319869" y="2849"/>
                  </a:lnTo>
                  <a:lnTo>
                    <a:pt x="275682" y="11170"/>
                  </a:lnTo>
                  <a:lnTo>
                    <a:pt x="233542" y="24619"/>
                  </a:lnTo>
                  <a:lnTo>
                    <a:pt x="193790" y="42854"/>
                  </a:lnTo>
                  <a:lnTo>
                    <a:pt x="156770" y="65531"/>
                  </a:lnTo>
                  <a:lnTo>
                    <a:pt x="122822" y="92308"/>
                  </a:lnTo>
                  <a:lnTo>
                    <a:pt x="92291" y="122843"/>
                  </a:lnTo>
                  <a:lnTo>
                    <a:pt x="65517" y="156792"/>
                  </a:lnTo>
                  <a:lnTo>
                    <a:pt x="42844" y="193813"/>
                  </a:lnTo>
                  <a:lnTo>
                    <a:pt x="24613" y="233563"/>
                  </a:lnTo>
                  <a:lnTo>
                    <a:pt x="11167" y="275699"/>
                  </a:lnTo>
                  <a:lnTo>
                    <a:pt x="2848" y="319879"/>
                  </a:lnTo>
                  <a:lnTo>
                    <a:pt x="0" y="365760"/>
                  </a:lnTo>
                  <a:lnTo>
                    <a:pt x="2848" y="411640"/>
                  </a:lnTo>
                  <a:lnTo>
                    <a:pt x="11167" y="455820"/>
                  </a:lnTo>
                  <a:lnTo>
                    <a:pt x="24613" y="497956"/>
                  </a:lnTo>
                  <a:lnTo>
                    <a:pt x="42844" y="537706"/>
                  </a:lnTo>
                  <a:lnTo>
                    <a:pt x="65517" y="574727"/>
                  </a:lnTo>
                  <a:lnTo>
                    <a:pt x="92291" y="608676"/>
                  </a:lnTo>
                  <a:lnTo>
                    <a:pt x="122822" y="639211"/>
                  </a:lnTo>
                  <a:lnTo>
                    <a:pt x="156770" y="665988"/>
                  </a:lnTo>
                  <a:lnTo>
                    <a:pt x="193790" y="688665"/>
                  </a:lnTo>
                  <a:lnTo>
                    <a:pt x="233542" y="706900"/>
                  </a:lnTo>
                  <a:lnTo>
                    <a:pt x="275682" y="720349"/>
                  </a:lnTo>
                  <a:lnTo>
                    <a:pt x="319869" y="728670"/>
                  </a:lnTo>
                  <a:lnTo>
                    <a:pt x="365760" y="731520"/>
                  </a:lnTo>
                  <a:lnTo>
                    <a:pt x="411650" y="728670"/>
                  </a:lnTo>
                  <a:lnTo>
                    <a:pt x="455837" y="720349"/>
                  </a:lnTo>
                  <a:lnTo>
                    <a:pt x="497977" y="706900"/>
                  </a:lnTo>
                  <a:lnTo>
                    <a:pt x="537729" y="688665"/>
                  </a:lnTo>
                  <a:lnTo>
                    <a:pt x="574749" y="665988"/>
                  </a:lnTo>
                  <a:lnTo>
                    <a:pt x="608697" y="639211"/>
                  </a:lnTo>
                  <a:lnTo>
                    <a:pt x="639228" y="608676"/>
                  </a:lnTo>
                  <a:lnTo>
                    <a:pt x="666002" y="574727"/>
                  </a:lnTo>
                  <a:lnTo>
                    <a:pt x="688675" y="537706"/>
                  </a:lnTo>
                  <a:lnTo>
                    <a:pt x="706906" y="497956"/>
                  </a:lnTo>
                  <a:lnTo>
                    <a:pt x="720352" y="455820"/>
                  </a:lnTo>
                  <a:lnTo>
                    <a:pt x="728671" y="411640"/>
                  </a:lnTo>
                  <a:lnTo>
                    <a:pt x="731520" y="365760"/>
                  </a:lnTo>
                  <a:lnTo>
                    <a:pt x="728671" y="319879"/>
                  </a:lnTo>
                  <a:lnTo>
                    <a:pt x="720352" y="275699"/>
                  </a:lnTo>
                  <a:lnTo>
                    <a:pt x="706906" y="233563"/>
                  </a:lnTo>
                  <a:lnTo>
                    <a:pt x="688675" y="193813"/>
                  </a:lnTo>
                  <a:lnTo>
                    <a:pt x="666002" y="156792"/>
                  </a:lnTo>
                  <a:lnTo>
                    <a:pt x="639228" y="122843"/>
                  </a:lnTo>
                  <a:lnTo>
                    <a:pt x="608697" y="92308"/>
                  </a:lnTo>
                  <a:lnTo>
                    <a:pt x="574749" y="65531"/>
                  </a:lnTo>
                  <a:lnTo>
                    <a:pt x="537729" y="42854"/>
                  </a:lnTo>
                  <a:lnTo>
                    <a:pt x="497977" y="24619"/>
                  </a:lnTo>
                  <a:lnTo>
                    <a:pt x="455837" y="11170"/>
                  </a:lnTo>
                  <a:lnTo>
                    <a:pt x="411650" y="2849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0F8A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40480" y="3931920"/>
              <a:ext cx="365760" cy="36575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605273" y="3523167"/>
            <a:ext cx="3177540" cy="80835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700" b="1">
                <a:solidFill>
                  <a:srgbClr val="0A3B5D"/>
                </a:solidFill>
                <a:latin typeface="Trebuchet MS"/>
                <a:cs typeface="Trebuchet MS"/>
              </a:rPr>
              <a:t>HOD</a:t>
            </a:r>
            <a:r>
              <a:rPr dirty="0" sz="1700" spc="-25" b="1">
                <a:solidFill>
                  <a:srgbClr val="0A3B5D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0A3B5D"/>
                </a:solidFill>
                <a:latin typeface="Trebuchet MS"/>
                <a:cs typeface="Trebuchet MS"/>
              </a:rPr>
              <a:t>/</a:t>
            </a:r>
            <a:r>
              <a:rPr dirty="0" sz="1700" spc="-105" b="1">
                <a:solidFill>
                  <a:srgbClr val="0A3B5D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0A3B5D"/>
                </a:solidFill>
                <a:latin typeface="Trebuchet MS"/>
                <a:cs typeface="Trebuchet MS"/>
              </a:rPr>
              <a:t>Admin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Need</a:t>
            </a:r>
            <a:r>
              <a:rPr dirty="0" sz="13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5466"/>
                </a:solidFill>
                <a:latin typeface="Calibri"/>
                <a:cs typeface="Calibri"/>
              </a:rPr>
              <a:t>timely,</a:t>
            </a:r>
            <a:r>
              <a:rPr dirty="0" sz="1300" spc="-4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C5466"/>
                </a:solidFill>
                <a:latin typeface="Calibri"/>
                <a:cs typeface="Calibri"/>
              </a:rPr>
              <a:t>accurate</a:t>
            </a:r>
            <a:r>
              <a:rPr dirty="0" sz="13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reports</a:t>
            </a:r>
            <a:r>
              <a:rPr dirty="0" sz="1300" spc="-3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for</a:t>
            </a:r>
            <a:r>
              <a:rPr dirty="0" sz="1300" spc="-3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C5466"/>
                </a:solidFill>
                <a:latin typeface="Calibri"/>
                <a:cs typeface="Calibri"/>
              </a:rPr>
              <a:t>eligibility</a:t>
            </a:r>
            <a:r>
              <a:rPr dirty="0" sz="1300" spc="-3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3C5466"/>
                </a:solidFill>
                <a:latin typeface="Calibri"/>
                <a:cs typeface="Calibri"/>
              </a:rPr>
              <a:t>and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 spc="-10">
                <a:solidFill>
                  <a:srgbClr val="3C5466"/>
                </a:solidFill>
                <a:latin typeface="Calibri"/>
                <a:cs typeface="Calibri"/>
              </a:rPr>
              <a:t>accreditation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017520" cy="5135880"/>
          </a:xfrm>
          <a:custGeom>
            <a:avLst/>
            <a:gdLst/>
            <a:ahLst/>
            <a:cxnLst/>
            <a:rect l="l" t="t" r="r" b="b"/>
            <a:pathLst>
              <a:path w="3017520" h="5135880">
                <a:moveTo>
                  <a:pt x="0" y="5135880"/>
                </a:moveTo>
                <a:lnTo>
                  <a:pt x="3017520" y="5135880"/>
                </a:lnTo>
                <a:lnTo>
                  <a:pt x="3017520" y="0"/>
                </a:lnTo>
                <a:lnTo>
                  <a:pt x="0" y="0"/>
                </a:lnTo>
                <a:lnTo>
                  <a:pt x="0" y="5135880"/>
                </a:lnTo>
                <a:close/>
              </a:path>
            </a:pathLst>
          </a:custGeom>
          <a:solidFill>
            <a:srgbClr val="0A3B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18922" y="284595"/>
            <a:ext cx="762635" cy="1031875"/>
          </a:xfrm>
          <a:prstGeom prst="rect"/>
        </p:spPr>
        <p:txBody>
          <a:bodyPr wrap="square" lIns="0" tIns="12192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960"/>
              </a:spcBef>
            </a:pPr>
            <a:r>
              <a:rPr dirty="0" spc="-25"/>
              <a:t>03</a:t>
            </a: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900" spc="-10">
                <a:solidFill>
                  <a:srgbClr val="FFFFFF"/>
                </a:solidFill>
              </a:rPr>
              <a:t>Define</a:t>
            </a:r>
            <a:endParaRPr sz="1900"/>
          </a:p>
        </p:txBody>
      </p:sp>
      <p:sp>
        <p:nvSpPr>
          <p:cNvPr id="4" name="object 4"/>
          <p:cNvSpPr/>
          <p:nvPr/>
        </p:nvSpPr>
        <p:spPr>
          <a:xfrm>
            <a:off x="3474720" y="548640"/>
            <a:ext cx="5212080" cy="1463040"/>
          </a:xfrm>
          <a:custGeom>
            <a:avLst/>
            <a:gdLst/>
            <a:ahLst/>
            <a:cxnLst/>
            <a:rect l="l" t="t" r="r" b="b"/>
            <a:pathLst>
              <a:path w="5212080" h="1463039">
                <a:moveTo>
                  <a:pt x="5120640" y="0"/>
                </a:moveTo>
                <a:lnTo>
                  <a:pt x="91440" y="0"/>
                </a:lnTo>
                <a:lnTo>
                  <a:pt x="55828" y="7179"/>
                </a:lnTo>
                <a:lnTo>
                  <a:pt x="26765" y="26765"/>
                </a:lnTo>
                <a:lnTo>
                  <a:pt x="7179" y="55828"/>
                </a:lnTo>
                <a:lnTo>
                  <a:pt x="0" y="91439"/>
                </a:lnTo>
                <a:lnTo>
                  <a:pt x="0" y="1371599"/>
                </a:lnTo>
                <a:lnTo>
                  <a:pt x="7179" y="1407211"/>
                </a:lnTo>
                <a:lnTo>
                  <a:pt x="26765" y="1436274"/>
                </a:lnTo>
                <a:lnTo>
                  <a:pt x="55828" y="1455860"/>
                </a:lnTo>
                <a:lnTo>
                  <a:pt x="91440" y="1463039"/>
                </a:lnTo>
                <a:lnTo>
                  <a:pt x="5120640" y="1463039"/>
                </a:lnTo>
                <a:lnTo>
                  <a:pt x="5156251" y="1455860"/>
                </a:lnTo>
                <a:lnTo>
                  <a:pt x="5185314" y="1436274"/>
                </a:lnTo>
                <a:lnTo>
                  <a:pt x="5204900" y="1407211"/>
                </a:lnTo>
                <a:lnTo>
                  <a:pt x="5212080" y="1371599"/>
                </a:lnTo>
                <a:lnTo>
                  <a:pt x="5212080" y="91439"/>
                </a:lnTo>
                <a:lnTo>
                  <a:pt x="5204900" y="55828"/>
                </a:lnTo>
                <a:lnTo>
                  <a:pt x="5185314" y="26765"/>
                </a:lnTo>
                <a:lnTo>
                  <a:pt x="5156251" y="7179"/>
                </a:lnTo>
                <a:lnTo>
                  <a:pt x="5120640" y="0"/>
                </a:lnTo>
                <a:close/>
              </a:path>
            </a:pathLst>
          </a:custGeom>
          <a:solidFill>
            <a:srgbClr val="0F8A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45153" y="895858"/>
            <a:ext cx="4390390" cy="7524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20"/>
              </a:spcBef>
            </a:pP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dirty="0" sz="1600" spc="-3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might</a:t>
            </a:r>
            <a:r>
              <a:rPr dirty="0" sz="1600" spc="-3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we</a:t>
            </a:r>
            <a:r>
              <a:rPr dirty="0" sz="1600" spc="-2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record</a:t>
            </a:r>
            <a:r>
              <a:rPr dirty="0" sz="1600" spc="-2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600" spc="-2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analyse</a:t>
            </a:r>
            <a:r>
              <a:rPr dirty="0" sz="1600" spc="-3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FFFFFF"/>
                </a:solidFill>
                <a:latin typeface="Trebuchet MS"/>
                <a:cs typeface="Trebuchet MS"/>
              </a:rPr>
              <a:t>attendance </a:t>
            </a:r>
            <a:r>
              <a:rPr dirty="0" sz="1600" spc="-20" i="1">
                <a:solidFill>
                  <a:srgbClr val="FFFFFF"/>
                </a:solidFill>
                <a:latin typeface="Trebuchet MS"/>
                <a:cs typeface="Trebuchet MS"/>
              </a:rPr>
              <a:t>accurately,</a:t>
            </a:r>
            <a:r>
              <a:rPr dirty="0" sz="1600" spc="-4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1600" spc="-2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minimal</a:t>
            </a:r>
            <a:r>
              <a:rPr dirty="0" sz="1600" spc="-2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effort,</a:t>
            </a:r>
            <a:r>
              <a:rPr dirty="0" sz="1600" spc="-2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600" spc="-2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give</a:t>
            </a:r>
            <a:r>
              <a:rPr dirty="0" sz="1600" spc="-1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FFFFFF"/>
                </a:solidFill>
                <a:latin typeface="Trebuchet MS"/>
                <a:cs typeface="Trebuchet MS"/>
              </a:rPr>
              <a:t>every </a:t>
            </a: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stakeholder</a:t>
            </a:r>
            <a:r>
              <a:rPr dirty="0" sz="1600" spc="-1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timely</a:t>
            </a:r>
            <a:r>
              <a:rPr dirty="0" sz="1600" spc="-1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FFFFFF"/>
                </a:solidFill>
                <a:latin typeface="Trebuchet MS"/>
                <a:cs typeface="Trebuchet MS"/>
              </a:rPr>
              <a:t>insight?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" y="2447544"/>
            <a:ext cx="2970276" cy="198043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●"/>
              <a:tabLst>
                <a:tab pos="354965" algn="l"/>
              </a:tabLst>
            </a:pPr>
            <a:r>
              <a:rPr dirty="0"/>
              <a:t>Users:</a:t>
            </a:r>
            <a:r>
              <a:rPr dirty="0" spc="-75"/>
              <a:t> </a:t>
            </a:r>
            <a:r>
              <a:rPr dirty="0"/>
              <a:t>students,</a:t>
            </a:r>
            <a:r>
              <a:rPr dirty="0" spc="-55"/>
              <a:t> </a:t>
            </a:r>
            <a:r>
              <a:rPr dirty="0" spc="-20"/>
              <a:t>faculty,</a:t>
            </a:r>
            <a:r>
              <a:rPr dirty="0" spc="-40"/>
              <a:t> </a:t>
            </a:r>
            <a:r>
              <a:rPr dirty="0"/>
              <a:t>HODs,</a:t>
            </a:r>
            <a:r>
              <a:rPr dirty="0" spc="-50"/>
              <a:t> </a:t>
            </a:r>
            <a:r>
              <a:rPr dirty="0" spc="-10"/>
              <a:t>administrators</a:t>
            </a:r>
          </a:p>
          <a:p>
            <a:pPr marL="355600" marR="448309" indent="-342900">
              <a:lnSpc>
                <a:spcPct val="100000"/>
              </a:lnSpc>
              <a:spcBef>
                <a:spcPts val="1200"/>
              </a:spcBef>
              <a:buChar char="●"/>
              <a:tabLst>
                <a:tab pos="355600" algn="l"/>
              </a:tabLst>
            </a:pPr>
            <a:r>
              <a:rPr dirty="0"/>
              <a:t>Needs:</a:t>
            </a:r>
            <a:r>
              <a:rPr dirty="0" spc="-65"/>
              <a:t> </a:t>
            </a:r>
            <a:r>
              <a:rPr dirty="0"/>
              <a:t>fast</a:t>
            </a:r>
            <a:r>
              <a:rPr dirty="0" spc="-50"/>
              <a:t> </a:t>
            </a:r>
            <a:r>
              <a:rPr dirty="0"/>
              <a:t>capture,</a:t>
            </a:r>
            <a:r>
              <a:rPr dirty="0" spc="-70"/>
              <a:t> </a:t>
            </a:r>
            <a:r>
              <a:rPr dirty="0"/>
              <a:t>proxy</a:t>
            </a:r>
            <a:r>
              <a:rPr dirty="0" spc="-50"/>
              <a:t> </a:t>
            </a:r>
            <a:r>
              <a:rPr dirty="0" spc="-10"/>
              <a:t>prevention,</a:t>
            </a:r>
            <a:r>
              <a:rPr dirty="0" spc="-70"/>
              <a:t> </a:t>
            </a:r>
            <a:r>
              <a:rPr dirty="0" spc="-20"/>
              <a:t>live </a:t>
            </a:r>
            <a:r>
              <a:rPr dirty="0" spc="-10"/>
              <a:t>percentages,</a:t>
            </a:r>
            <a:r>
              <a:rPr dirty="0" spc="-25"/>
              <a:t> </a:t>
            </a:r>
            <a:r>
              <a:rPr dirty="0" spc="-10"/>
              <a:t>alerts</a:t>
            </a: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Char char="●"/>
              <a:tabLst>
                <a:tab pos="355600" algn="l"/>
              </a:tabLst>
            </a:pPr>
            <a:r>
              <a:rPr dirty="0"/>
              <a:t>Goal:</a:t>
            </a:r>
            <a:r>
              <a:rPr dirty="0" spc="-25"/>
              <a:t> </a:t>
            </a:r>
            <a:r>
              <a:rPr dirty="0" spc="-10"/>
              <a:t>attendance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/>
              <a:t>under</a:t>
            </a:r>
            <a:r>
              <a:rPr dirty="0" spc="-20"/>
              <a:t> </a:t>
            </a:r>
            <a:r>
              <a:rPr dirty="0"/>
              <a:t>1</a:t>
            </a:r>
            <a:r>
              <a:rPr dirty="0" spc="-35"/>
              <a:t> </a:t>
            </a:r>
            <a:r>
              <a:rPr dirty="0"/>
              <a:t>minute;</a:t>
            </a:r>
            <a:r>
              <a:rPr dirty="0" spc="-25"/>
              <a:t> </a:t>
            </a:r>
            <a:r>
              <a:rPr dirty="0"/>
              <a:t>flag</a:t>
            </a:r>
            <a:r>
              <a:rPr dirty="0" spc="-15"/>
              <a:t> </a:t>
            </a:r>
            <a:r>
              <a:rPr dirty="0" spc="-20"/>
              <a:t>at-risk </a:t>
            </a:r>
            <a:r>
              <a:rPr dirty="0"/>
              <a:t>students</a:t>
            </a:r>
            <a:r>
              <a:rPr dirty="0" spc="-95"/>
              <a:t> </a:t>
            </a:r>
            <a:r>
              <a:rPr dirty="0" spc="-10"/>
              <a:t>early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" y="960119"/>
            <a:ext cx="548640" cy="5486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474720" y="548640"/>
            <a:ext cx="2514600" cy="1188720"/>
            <a:chOff x="3474720" y="548640"/>
            <a:chExt cx="2514600" cy="1188720"/>
          </a:xfrm>
        </p:grpSpPr>
        <p:sp>
          <p:nvSpPr>
            <p:cNvPr id="5" name="object 5"/>
            <p:cNvSpPr/>
            <p:nvPr/>
          </p:nvSpPr>
          <p:spPr>
            <a:xfrm>
              <a:off x="3474720" y="548640"/>
              <a:ext cx="2514600" cy="1188720"/>
            </a:xfrm>
            <a:custGeom>
              <a:avLst/>
              <a:gdLst/>
              <a:ahLst/>
              <a:cxnLst/>
              <a:rect l="l" t="t" r="r" b="b"/>
              <a:pathLst>
                <a:path w="2514600" h="1188720">
                  <a:moveTo>
                    <a:pt x="24231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097280"/>
                  </a:lnTo>
                  <a:lnTo>
                    <a:pt x="7179" y="1132891"/>
                  </a:lnTo>
                  <a:lnTo>
                    <a:pt x="26765" y="1161954"/>
                  </a:lnTo>
                  <a:lnTo>
                    <a:pt x="55828" y="1181540"/>
                  </a:lnTo>
                  <a:lnTo>
                    <a:pt x="91440" y="1188720"/>
                  </a:lnTo>
                  <a:lnTo>
                    <a:pt x="2423160" y="1188720"/>
                  </a:lnTo>
                  <a:lnTo>
                    <a:pt x="2458771" y="1181540"/>
                  </a:lnTo>
                  <a:lnTo>
                    <a:pt x="2487834" y="1161954"/>
                  </a:lnTo>
                  <a:lnTo>
                    <a:pt x="2507420" y="1132891"/>
                  </a:lnTo>
                  <a:lnTo>
                    <a:pt x="2514600" y="1097280"/>
                  </a:lnTo>
                  <a:lnTo>
                    <a:pt x="2514600" y="91439"/>
                  </a:lnTo>
                  <a:lnTo>
                    <a:pt x="2507420" y="55828"/>
                  </a:lnTo>
                  <a:lnTo>
                    <a:pt x="2487834" y="26765"/>
                  </a:lnTo>
                  <a:lnTo>
                    <a:pt x="2458771" y="7179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E6F3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00" y="914400"/>
              <a:ext cx="457200" cy="4572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239514" y="1004061"/>
            <a:ext cx="9937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Dynamic</a:t>
            </a:r>
            <a:r>
              <a:rPr dirty="0" sz="1500" spc="-15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spc="-25" b="1">
                <a:solidFill>
                  <a:srgbClr val="0A3B5D"/>
                </a:solidFill>
                <a:latin typeface="Calibri"/>
                <a:cs typeface="Calibri"/>
              </a:rPr>
              <a:t>QR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26479" y="548640"/>
            <a:ext cx="2514600" cy="1188720"/>
            <a:chOff x="6126479" y="548640"/>
            <a:chExt cx="2514600" cy="1188720"/>
          </a:xfrm>
        </p:grpSpPr>
        <p:sp>
          <p:nvSpPr>
            <p:cNvPr id="9" name="object 9"/>
            <p:cNvSpPr/>
            <p:nvPr/>
          </p:nvSpPr>
          <p:spPr>
            <a:xfrm>
              <a:off x="6126479" y="548640"/>
              <a:ext cx="2514600" cy="1188720"/>
            </a:xfrm>
            <a:custGeom>
              <a:avLst/>
              <a:gdLst/>
              <a:ahLst/>
              <a:cxnLst/>
              <a:rect l="l" t="t" r="r" b="b"/>
              <a:pathLst>
                <a:path w="2514600" h="1188720">
                  <a:moveTo>
                    <a:pt x="24231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097280"/>
                  </a:lnTo>
                  <a:lnTo>
                    <a:pt x="7179" y="1132891"/>
                  </a:lnTo>
                  <a:lnTo>
                    <a:pt x="26765" y="1161954"/>
                  </a:lnTo>
                  <a:lnTo>
                    <a:pt x="55828" y="1181540"/>
                  </a:lnTo>
                  <a:lnTo>
                    <a:pt x="91440" y="1188720"/>
                  </a:lnTo>
                  <a:lnTo>
                    <a:pt x="2423160" y="1188720"/>
                  </a:lnTo>
                  <a:lnTo>
                    <a:pt x="2458771" y="1181540"/>
                  </a:lnTo>
                  <a:lnTo>
                    <a:pt x="2487834" y="1161954"/>
                  </a:lnTo>
                  <a:lnTo>
                    <a:pt x="2507420" y="1132891"/>
                  </a:lnTo>
                  <a:lnTo>
                    <a:pt x="2514600" y="1097280"/>
                  </a:lnTo>
                  <a:lnTo>
                    <a:pt x="2514600" y="91439"/>
                  </a:lnTo>
                  <a:lnTo>
                    <a:pt x="2507420" y="55828"/>
                  </a:lnTo>
                  <a:lnTo>
                    <a:pt x="2487834" y="26765"/>
                  </a:lnTo>
                  <a:lnTo>
                    <a:pt x="2458771" y="7179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E6F3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9359" y="914400"/>
              <a:ext cx="457199" cy="4572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891528" y="1004061"/>
            <a:ext cx="13182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Face</a:t>
            </a:r>
            <a:r>
              <a:rPr dirty="0" sz="1500" spc="-70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A3B5D"/>
                </a:solidFill>
                <a:latin typeface="Calibri"/>
                <a:cs typeface="Calibri"/>
              </a:rPr>
              <a:t>recognition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pc="-25"/>
              <a:t>04</a:t>
            </a: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900">
                <a:solidFill>
                  <a:srgbClr val="FFFFFF"/>
                </a:solidFill>
              </a:rPr>
              <a:t>Idea</a:t>
            </a:r>
            <a:r>
              <a:rPr dirty="0" sz="1900" spc="-15">
                <a:solidFill>
                  <a:srgbClr val="FFFFFF"/>
                </a:solidFill>
              </a:rPr>
              <a:t> </a:t>
            </a:r>
            <a:r>
              <a:rPr dirty="0" sz="1900" spc="-10">
                <a:solidFill>
                  <a:srgbClr val="FFFFFF"/>
                </a:solidFill>
              </a:rPr>
              <a:t>Generation</a:t>
            </a:r>
            <a:endParaRPr sz="1900"/>
          </a:p>
        </p:txBody>
      </p:sp>
      <p:grpSp>
        <p:nvGrpSpPr>
          <p:cNvPr id="12" name="object 12"/>
          <p:cNvGrpSpPr/>
          <p:nvPr/>
        </p:nvGrpSpPr>
        <p:grpSpPr>
          <a:xfrm>
            <a:off x="3474720" y="1920239"/>
            <a:ext cx="2514600" cy="1188720"/>
            <a:chOff x="3474720" y="1920239"/>
            <a:chExt cx="2514600" cy="1188720"/>
          </a:xfrm>
        </p:grpSpPr>
        <p:sp>
          <p:nvSpPr>
            <p:cNvPr id="13" name="object 13"/>
            <p:cNvSpPr/>
            <p:nvPr/>
          </p:nvSpPr>
          <p:spPr>
            <a:xfrm>
              <a:off x="3474720" y="1920239"/>
              <a:ext cx="2514600" cy="1188720"/>
            </a:xfrm>
            <a:custGeom>
              <a:avLst/>
              <a:gdLst/>
              <a:ahLst/>
              <a:cxnLst/>
              <a:rect l="l" t="t" r="r" b="b"/>
              <a:pathLst>
                <a:path w="2514600" h="1188720">
                  <a:moveTo>
                    <a:pt x="24231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097280"/>
                  </a:lnTo>
                  <a:lnTo>
                    <a:pt x="7179" y="1132891"/>
                  </a:lnTo>
                  <a:lnTo>
                    <a:pt x="26765" y="1161954"/>
                  </a:lnTo>
                  <a:lnTo>
                    <a:pt x="55828" y="1181540"/>
                  </a:lnTo>
                  <a:lnTo>
                    <a:pt x="91440" y="1188720"/>
                  </a:lnTo>
                  <a:lnTo>
                    <a:pt x="2423160" y="1188720"/>
                  </a:lnTo>
                  <a:lnTo>
                    <a:pt x="2458771" y="1181540"/>
                  </a:lnTo>
                  <a:lnTo>
                    <a:pt x="2487834" y="1161954"/>
                  </a:lnTo>
                  <a:lnTo>
                    <a:pt x="2507420" y="1132891"/>
                  </a:lnTo>
                  <a:lnTo>
                    <a:pt x="2514600" y="1097280"/>
                  </a:lnTo>
                  <a:lnTo>
                    <a:pt x="2514600" y="91439"/>
                  </a:lnTo>
                  <a:lnTo>
                    <a:pt x="2507420" y="55828"/>
                  </a:lnTo>
                  <a:lnTo>
                    <a:pt x="2487834" y="26765"/>
                  </a:lnTo>
                  <a:lnTo>
                    <a:pt x="2458771" y="7179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E6F3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57600" y="2285999"/>
              <a:ext cx="457200" cy="4572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239514" y="2375407"/>
            <a:ext cx="133223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RFID</a:t>
            </a:r>
            <a:r>
              <a:rPr dirty="0" sz="1500" spc="-25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/</a:t>
            </a:r>
            <a:r>
              <a:rPr dirty="0" sz="1500" spc="-25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NFC</a:t>
            </a:r>
            <a:r>
              <a:rPr dirty="0" sz="1500" spc="-30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spc="-20" b="1">
                <a:solidFill>
                  <a:srgbClr val="0A3B5D"/>
                </a:solidFill>
                <a:latin typeface="Calibri"/>
                <a:cs typeface="Calibri"/>
              </a:rPr>
              <a:t>cards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26479" y="1920239"/>
            <a:ext cx="2514600" cy="1188720"/>
            <a:chOff x="6126479" y="1920239"/>
            <a:chExt cx="2514600" cy="1188720"/>
          </a:xfrm>
        </p:grpSpPr>
        <p:sp>
          <p:nvSpPr>
            <p:cNvPr id="17" name="object 17"/>
            <p:cNvSpPr/>
            <p:nvPr/>
          </p:nvSpPr>
          <p:spPr>
            <a:xfrm>
              <a:off x="6126479" y="1920239"/>
              <a:ext cx="2514600" cy="1188720"/>
            </a:xfrm>
            <a:custGeom>
              <a:avLst/>
              <a:gdLst/>
              <a:ahLst/>
              <a:cxnLst/>
              <a:rect l="l" t="t" r="r" b="b"/>
              <a:pathLst>
                <a:path w="2514600" h="1188720">
                  <a:moveTo>
                    <a:pt x="24231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097280"/>
                  </a:lnTo>
                  <a:lnTo>
                    <a:pt x="7179" y="1132891"/>
                  </a:lnTo>
                  <a:lnTo>
                    <a:pt x="26765" y="1161954"/>
                  </a:lnTo>
                  <a:lnTo>
                    <a:pt x="55828" y="1181540"/>
                  </a:lnTo>
                  <a:lnTo>
                    <a:pt x="91440" y="1188720"/>
                  </a:lnTo>
                  <a:lnTo>
                    <a:pt x="2423160" y="1188720"/>
                  </a:lnTo>
                  <a:lnTo>
                    <a:pt x="2458771" y="1181540"/>
                  </a:lnTo>
                  <a:lnTo>
                    <a:pt x="2487834" y="1161954"/>
                  </a:lnTo>
                  <a:lnTo>
                    <a:pt x="2507420" y="1132891"/>
                  </a:lnTo>
                  <a:lnTo>
                    <a:pt x="2514600" y="1097280"/>
                  </a:lnTo>
                  <a:lnTo>
                    <a:pt x="2514600" y="91439"/>
                  </a:lnTo>
                  <a:lnTo>
                    <a:pt x="2507420" y="55828"/>
                  </a:lnTo>
                  <a:lnTo>
                    <a:pt x="2487834" y="26765"/>
                  </a:lnTo>
                  <a:lnTo>
                    <a:pt x="2458771" y="7179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E6F3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9359" y="2285999"/>
              <a:ext cx="457199" cy="4572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891528" y="2375407"/>
            <a:ext cx="78994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A3B5D"/>
                </a:solidFill>
                <a:latin typeface="Calibri"/>
                <a:cs typeface="Calibri"/>
              </a:rPr>
              <a:t>Biometric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346" y="3108960"/>
            <a:ext cx="2733294" cy="1821942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3474720" y="3291840"/>
            <a:ext cx="2514600" cy="1188720"/>
            <a:chOff x="3474720" y="3291840"/>
            <a:chExt cx="2514600" cy="1188720"/>
          </a:xfrm>
        </p:grpSpPr>
        <p:sp>
          <p:nvSpPr>
            <p:cNvPr id="21" name="object 21"/>
            <p:cNvSpPr/>
            <p:nvPr/>
          </p:nvSpPr>
          <p:spPr>
            <a:xfrm>
              <a:off x="3474720" y="3291840"/>
              <a:ext cx="2514600" cy="1188720"/>
            </a:xfrm>
            <a:custGeom>
              <a:avLst/>
              <a:gdLst/>
              <a:ahLst/>
              <a:cxnLst/>
              <a:rect l="l" t="t" r="r" b="b"/>
              <a:pathLst>
                <a:path w="2514600" h="1188720">
                  <a:moveTo>
                    <a:pt x="24231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097279"/>
                  </a:lnTo>
                  <a:lnTo>
                    <a:pt x="7179" y="1132875"/>
                  </a:lnTo>
                  <a:lnTo>
                    <a:pt x="26765" y="1161940"/>
                  </a:lnTo>
                  <a:lnTo>
                    <a:pt x="55828" y="1181535"/>
                  </a:lnTo>
                  <a:lnTo>
                    <a:pt x="91440" y="1188719"/>
                  </a:lnTo>
                  <a:lnTo>
                    <a:pt x="2423160" y="1188719"/>
                  </a:lnTo>
                  <a:lnTo>
                    <a:pt x="2458771" y="1181535"/>
                  </a:lnTo>
                  <a:lnTo>
                    <a:pt x="2487834" y="1161940"/>
                  </a:lnTo>
                  <a:lnTo>
                    <a:pt x="2507420" y="1132875"/>
                  </a:lnTo>
                  <a:lnTo>
                    <a:pt x="2514600" y="1097279"/>
                  </a:lnTo>
                  <a:lnTo>
                    <a:pt x="2514600" y="91439"/>
                  </a:lnTo>
                  <a:lnTo>
                    <a:pt x="2507420" y="55828"/>
                  </a:lnTo>
                  <a:lnTo>
                    <a:pt x="2487834" y="26765"/>
                  </a:lnTo>
                  <a:lnTo>
                    <a:pt x="2458771" y="7179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E6F3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57600" y="3657600"/>
              <a:ext cx="457200" cy="4572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239514" y="3747516"/>
            <a:ext cx="12420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GPS </a:t>
            </a:r>
            <a:r>
              <a:rPr dirty="0" sz="1500" spc="-10" b="1">
                <a:solidFill>
                  <a:srgbClr val="0A3B5D"/>
                </a:solidFill>
                <a:latin typeface="Calibri"/>
                <a:cs typeface="Calibri"/>
              </a:rPr>
              <a:t>geofencing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26479" y="3291840"/>
            <a:ext cx="2514600" cy="1188720"/>
            <a:chOff x="6126479" y="3291840"/>
            <a:chExt cx="2514600" cy="1188720"/>
          </a:xfrm>
        </p:grpSpPr>
        <p:sp>
          <p:nvSpPr>
            <p:cNvPr id="25" name="object 25"/>
            <p:cNvSpPr/>
            <p:nvPr/>
          </p:nvSpPr>
          <p:spPr>
            <a:xfrm>
              <a:off x="6126479" y="3291840"/>
              <a:ext cx="2514600" cy="1188720"/>
            </a:xfrm>
            <a:custGeom>
              <a:avLst/>
              <a:gdLst/>
              <a:ahLst/>
              <a:cxnLst/>
              <a:rect l="l" t="t" r="r" b="b"/>
              <a:pathLst>
                <a:path w="2514600" h="1188720">
                  <a:moveTo>
                    <a:pt x="24231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097279"/>
                  </a:lnTo>
                  <a:lnTo>
                    <a:pt x="7179" y="1132875"/>
                  </a:lnTo>
                  <a:lnTo>
                    <a:pt x="26765" y="1161940"/>
                  </a:lnTo>
                  <a:lnTo>
                    <a:pt x="55828" y="1181535"/>
                  </a:lnTo>
                  <a:lnTo>
                    <a:pt x="91440" y="1188719"/>
                  </a:lnTo>
                  <a:lnTo>
                    <a:pt x="2423160" y="1188719"/>
                  </a:lnTo>
                  <a:lnTo>
                    <a:pt x="2458771" y="1181535"/>
                  </a:lnTo>
                  <a:lnTo>
                    <a:pt x="2487834" y="1161940"/>
                  </a:lnTo>
                  <a:lnTo>
                    <a:pt x="2507420" y="1132875"/>
                  </a:lnTo>
                  <a:lnTo>
                    <a:pt x="2514600" y="1097279"/>
                  </a:lnTo>
                  <a:lnTo>
                    <a:pt x="2514600" y="91439"/>
                  </a:lnTo>
                  <a:lnTo>
                    <a:pt x="2507420" y="55828"/>
                  </a:lnTo>
                  <a:lnTo>
                    <a:pt x="2487834" y="26765"/>
                  </a:lnTo>
                  <a:lnTo>
                    <a:pt x="2458771" y="7179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E6F3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09359" y="3657600"/>
              <a:ext cx="457199" cy="45720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891528" y="3747516"/>
            <a:ext cx="12903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Auto</a:t>
            </a:r>
            <a:r>
              <a:rPr dirty="0" sz="1500" spc="-25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SMS</a:t>
            </a:r>
            <a:r>
              <a:rPr dirty="0" sz="1500" spc="-25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A3B5D"/>
                </a:solidFill>
                <a:latin typeface="Calibri"/>
                <a:cs typeface="Calibri"/>
              </a:rPr>
              <a:t>alerts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/>
          <p:nvPr/>
        </p:nvSpPr>
        <p:spPr>
          <a:xfrm>
            <a:off x="5019802" y="528828"/>
            <a:ext cx="21221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0A3B5D"/>
                </a:solidFill>
                <a:latin typeface="Arial"/>
                <a:cs typeface="Arial"/>
              </a:rPr>
              <a:t>Votes</a:t>
            </a:r>
            <a:r>
              <a:rPr dirty="0" sz="1400" spc="-35">
                <a:solidFill>
                  <a:srgbClr val="0A3B5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A3B5D"/>
                </a:solidFill>
                <a:latin typeface="Arial"/>
                <a:cs typeface="Arial"/>
              </a:rPr>
              <a:t>per</a:t>
            </a:r>
            <a:r>
              <a:rPr dirty="0" sz="1400" spc="-40">
                <a:solidFill>
                  <a:srgbClr val="0A3B5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A3B5D"/>
                </a:solidFill>
                <a:latin typeface="Arial"/>
                <a:cs typeface="Arial"/>
              </a:rPr>
              <a:t>idea</a:t>
            </a:r>
            <a:r>
              <a:rPr dirty="0" sz="1400" spc="-35">
                <a:solidFill>
                  <a:srgbClr val="0A3B5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0A3B5D"/>
                </a:solidFill>
                <a:latin typeface="Arial"/>
                <a:cs typeface="Arial"/>
              </a:rPr>
              <a:t>(illustrative)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" y="960119"/>
            <a:ext cx="548640" cy="54863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544823" y="1095755"/>
            <a:ext cx="1317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C5466"/>
                </a:solidFill>
                <a:latin typeface="Arial"/>
                <a:cs typeface="Arial"/>
              </a:rPr>
              <a:t>Dynamic</a:t>
            </a:r>
            <a:r>
              <a:rPr dirty="0" sz="1200" spc="-5">
                <a:solidFill>
                  <a:srgbClr val="3C546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C5466"/>
                </a:solidFill>
                <a:latin typeface="Arial"/>
                <a:cs typeface="Arial"/>
              </a:rPr>
              <a:t>QR</a:t>
            </a:r>
            <a:r>
              <a:rPr dirty="0" sz="1200" spc="-5">
                <a:solidFill>
                  <a:srgbClr val="3C546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C5466"/>
                </a:solidFill>
                <a:latin typeface="Arial"/>
                <a:cs typeface="Arial"/>
              </a:rPr>
              <a:t>+</a:t>
            </a:r>
            <a:r>
              <a:rPr dirty="0" sz="1200" spc="-5">
                <a:solidFill>
                  <a:srgbClr val="3C5466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C5466"/>
                </a:solidFill>
                <a:latin typeface="Arial"/>
                <a:cs typeface="Arial"/>
              </a:rPr>
              <a:t>app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380" y="1908733"/>
            <a:ext cx="1361440" cy="103251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3600" spc="-25" b="1">
                <a:solidFill>
                  <a:srgbClr val="1CA7B8"/>
                </a:solidFill>
                <a:latin typeface="Trebuchet MS"/>
                <a:cs typeface="Trebuchet MS"/>
              </a:rPr>
              <a:t>05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Multi</a:t>
            </a:r>
            <a:r>
              <a:rPr dirty="0" sz="1900" spc="-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Voting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34330" y="909066"/>
            <a:ext cx="3167380" cy="2981325"/>
            <a:chOff x="4934330" y="909066"/>
            <a:chExt cx="3167380" cy="2981325"/>
          </a:xfrm>
        </p:grpSpPr>
        <p:sp>
          <p:nvSpPr>
            <p:cNvPr id="5" name="object 5"/>
            <p:cNvSpPr/>
            <p:nvPr/>
          </p:nvSpPr>
          <p:spPr>
            <a:xfrm>
              <a:off x="4980432" y="1093469"/>
              <a:ext cx="3121660" cy="2612390"/>
            </a:xfrm>
            <a:custGeom>
              <a:avLst/>
              <a:gdLst/>
              <a:ahLst/>
              <a:cxnLst/>
              <a:rect l="l" t="t" r="r" b="b"/>
              <a:pathLst>
                <a:path w="3121659" h="2612390">
                  <a:moveTo>
                    <a:pt x="668274" y="2374392"/>
                  </a:moveTo>
                  <a:lnTo>
                    <a:pt x="0" y="2374392"/>
                  </a:lnTo>
                  <a:lnTo>
                    <a:pt x="0" y="2612136"/>
                  </a:lnTo>
                  <a:lnTo>
                    <a:pt x="668274" y="2612136"/>
                  </a:lnTo>
                  <a:lnTo>
                    <a:pt x="668274" y="2374392"/>
                  </a:lnTo>
                  <a:close/>
                </a:path>
                <a:path w="3121659" h="2612390">
                  <a:moveTo>
                    <a:pt x="891540" y="1780794"/>
                  </a:moveTo>
                  <a:lnTo>
                    <a:pt x="0" y="1780794"/>
                  </a:lnTo>
                  <a:lnTo>
                    <a:pt x="0" y="2018538"/>
                  </a:lnTo>
                  <a:lnTo>
                    <a:pt x="891540" y="2018538"/>
                  </a:lnTo>
                  <a:lnTo>
                    <a:pt x="891540" y="1780794"/>
                  </a:lnTo>
                  <a:close/>
                </a:path>
                <a:path w="3121659" h="2612390">
                  <a:moveTo>
                    <a:pt x="1337310" y="1187196"/>
                  </a:moveTo>
                  <a:lnTo>
                    <a:pt x="0" y="1187196"/>
                  </a:lnTo>
                  <a:lnTo>
                    <a:pt x="0" y="1424940"/>
                  </a:lnTo>
                  <a:lnTo>
                    <a:pt x="1337310" y="1424940"/>
                  </a:lnTo>
                  <a:lnTo>
                    <a:pt x="1337310" y="1187196"/>
                  </a:lnTo>
                  <a:close/>
                </a:path>
                <a:path w="3121659" h="2612390">
                  <a:moveTo>
                    <a:pt x="2006346" y="593598"/>
                  </a:moveTo>
                  <a:lnTo>
                    <a:pt x="0" y="593598"/>
                  </a:lnTo>
                  <a:lnTo>
                    <a:pt x="0" y="831342"/>
                  </a:lnTo>
                  <a:lnTo>
                    <a:pt x="2006346" y="831342"/>
                  </a:lnTo>
                  <a:lnTo>
                    <a:pt x="2006346" y="593598"/>
                  </a:lnTo>
                  <a:close/>
                </a:path>
                <a:path w="3121659" h="2612390">
                  <a:moveTo>
                    <a:pt x="3121152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3121152" y="237744"/>
                  </a:lnTo>
                  <a:lnTo>
                    <a:pt x="3121152" y="0"/>
                  </a:lnTo>
                  <a:close/>
                </a:path>
              </a:pathLst>
            </a:custGeom>
            <a:solidFill>
              <a:srgbClr val="0F8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980050" y="915543"/>
              <a:ext cx="0" cy="2967990"/>
            </a:xfrm>
            <a:custGeom>
              <a:avLst/>
              <a:gdLst/>
              <a:ahLst/>
              <a:cxnLst/>
              <a:rect l="l" t="t" r="r" b="b"/>
              <a:pathLst>
                <a:path w="0" h="2967990">
                  <a:moveTo>
                    <a:pt x="0" y="0"/>
                  </a:moveTo>
                  <a:lnTo>
                    <a:pt x="0" y="2967990"/>
                  </a:lnTo>
                </a:path>
              </a:pathLst>
            </a:custGeom>
            <a:ln w="12954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934330" y="915543"/>
              <a:ext cx="45720" cy="2967990"/>
            </a:xfrm>
            <a:custGeom>
              <a:avLst/>
              <a:gdLst/>
              <a:ahLst/>
              <a:cxnLst/>
              <a:rect l="l" t="t" r="r" b="b"/>
              <a:pathLst>
                <a:path w="45720" h="2967990">
                  <a:moveTo>
                    <a:pt x="0" y="0"/>
                  </a:moveTo>
                  <a:lnTo>
                    <a:pt x="45720" y="0"/>
                  </a:lnTo>
                </a:path>
                <a:path w="45720" h="2967990">
                  <a:moveTo>
                    <a:pt x="0" y="593598"/>
                  </a:moveTo>
                  <a:lnTo>
                    <a:pt x="45720" y="593598"/>
                  </a:lnTo>
                </a:path>
                <a:path w="45720" h="2967990">
                  <a:moveTo>
                    <a:pt x="0" y="1187196"/>
                  </a:moveTo>
                  <a:lnTo>
                    <a:pt x="45720" y="1187196"/>
                  </a:lnTo>
                </a:path>
                <a:path w="45720" h="2967990">
                  <a:moveTo>
                    <a:pt x="0" y="1780794"/>
                  </a:moveTo>
                  <a:lnTo>
                    <a:pt x="45720" y="1780794"/>
                  </a:lnTo>
                </a:path>
                <a:path w="45720" h="2967990">
                  <a:moveTo>
                    <a:pt x="0" y="2374392"/>
                  </a:moveTo>
                  <a:lnTo>
                    <a:pt x="45720" y="2374392"/>
                  </a:lnTo>
                </a:path>
                <a:path w="45720" h="2967990">
                  <a:moveTo>
                    <a:pt x="0" y="2967990"/>
                  </a:moveTo>
                  <a:lnTo>
                    <a:pt x="45720" y="2967990"/>
                  </a:lnTo>
                </a:path>
              </a:pathLst>
            </a:custGeom>
            <a:ln w="12954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165592" y="1103121"/>
            <a:ext cx="194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3B5D"/>
                </a:solidFill>
                <a:latin typeface="Arial"/>
                <a:cs typeface="Arial"/>
              </a:rPr>
              <a:t>14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9923" y="1689608"/>
            <a:ext cx="11525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C5466"/>
                </a:solidFill>
                <a:latin typeface="Arial"/>
                <a:cs typeface="Arial"/>
              </a:rPr>
              <a:t>Face</a:t>
            </a:r>
            <a:r>
              <a:rPr dirty="0" sz="1200" spc="-15">
                <a:solidFill>
                  <a:srgbClr val="3C546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C5466"/>
                </a:solidFill>
                <a:latin typeface="Arial"/>
                <a:cs typeface="Arial"/>
              </a:rPr>
              <a:t>recognition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50278" y="1696466"/>
            <a:ext cx="11048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0A3B5D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40885" y="2283205"/>
            <a:ext cx="821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C5466"/>
                </a:solidFill>
                <a:latin typeface="Arial"/>
                <a:cs typeface="Arial"/>
              </a:rPr>
              <a:t>RFID</a:t>
            </a:r>
            <a:r>
              <a:rPr dirty="0" sz="1200" spc="-25">
                <a:solidFill>
                  <a:srgbClr val="3C546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C5466"/>
                </a:solidFill>
                <a:latin typeface="Arial"/>
                <a:cs typeface="Arial"/>
              </a:rPr>
              <a:t>/</a:t>
            </a:r>
            <a:r>
              <a:rPr dirty="0" sz="1200" spc="-25">
                <a:solidFill>
                  <a:srgbClr val="3C5466"/>
                </a:solidFill>
                <a:latin typeface="Arial"/>
                <a:cs typeface="Arial"/>
              </a:rPr>
              <a:t> NFC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81496" y="2290572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0A3B5D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01414" y="2876804"/>
            <a:ext cx="6610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3C5466"/>
                </a:solidFill>
                <a:latin typeface="Arial"/>
                <a:cs typeface="Arial"/>
              </a:rPr>
              <a:t>Biometric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35471" y="2884170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0A3B5D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" y="3169157"/>
            <a:ext cx="2773680" cy="184937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726688" y="3470655"/>
            <a:ext cx="11353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C5466"/>
                </a:solidFill>
                <a:latin typeface="Arial"/>
                <a:cs typeface="Arial"/>
              </a:rPr>
              <a:t>GPS</a:t>
            </a:r>
            <a:r>
              <a:rPr dirty="0" sz="1200" spc="-30">
                <a:solidFill>
                  <a:srgbClr val="3C546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C5466"/>
                </a:solidFill>
                <a:latin typeface="Arial"/>
                <a:cs typeface="Arial"/>
              </a:rPr>
              <a:t>geofencing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12714" y="3477514"/>
            <a:ext cx="11048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0A3B5D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62273" y="4198111"/>
            <a:ext cx="48323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solidFill>
                  <a:srgbClr val="0F8A8D"/>
                </a:solidFill>
                <a:latin typeface="Calibri"/>
                <a:cs typeface="Calibri"/>
              </a:rPr>
              <a:t>Winner:</a:t>
            </a:r>
            <a:r>
              <a:rPr dirty="0" sz="1400" spc="-25" b="1">
                <a:solidFill>
                  <a:srgbClr val="0F8A8D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F8A8D"/>
                </a:solidFill>
                <a:latin typeface="Calibri"/>
                <a:cs typeface="Calibri"/>
              </a:rPr>
              <a:t>Dynamic</a:t>
            </a:r>
            <a:r>
              <a:rPr dirty="0" sz="1400" spc="-35" b="1">
                <a:solidFill>
                  <a:srgbClr val="0F8A8D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F8A8D"/>
                </a:solidFill>
                <a:latin typeface="Calibri"/>
                <a:cs typeface="Calibri"/>
              </a:rPr>
              <a:t>QR</a:t>
            </a:r>
            <a:r>
              <a:rPr dirty="0" sz="1400" spc="-40" b="1">
                <a:solidFill>
                  <a:srgbClr val="0F8A8D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F8A8D"/>
                </a:solidFill>
                <a:latin typeface="Calibri"/>
                <a:cs typeface="Calibri"/>
              </a:rPr>
              <a:t>+</a:t>
            </a:r>
            <a:r>
              <a:rPr dirty="0" sz="1400" spc="-40" b="1">
                <a:solidFill>
                  <a:srgbClr val="0F8A8D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F8A8D"/>
                </a:solidFill>
                <a:latin typeface="Calibri"/>
                <a:cs typeface="Calibri"/>
              </a:rPr>
              <a:t>mobile</a:t>
            </a:r>
            <a:r>
              <a:rPr dirty="0" sz="1400" spc="-35" b="1">
                <a:solidFill>
                  <a:srgbClr val="0F8A8D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F8A8D"/>
                </a:solidFill>
                <a:latin typeface="Calibri"/>
                <a:cs typeface="Calibri"/>
              </a:rPr>
              <a:t>app.</a:t>
            </a:r>
            <a:r>
              <a:rPr dirty="0" sz="1400" spc="-40" b="1">
                <a:solidFill>
                  <a:srgbClr val="0F8A8D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F8A8D"/>
                </a:solidFill>
                <a:latin typeface="Calibri"/>
                <a:cs typeface="Calibri"/>
              </a:rPr>
              <a:t>Replace</a:t>
            </a:r>
            <a:r>
              <a:rPr dirty="0" sz="1400" spc="-40" b="1">
                <a:solidFill>
                  <a:srgbClr val="0F8A8D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F8A8D"/>
                </a:solidFill>
                <a:latin typeface="Calibri"/>
                <a:cs typeface="Calibri"/>
              </a:rPr>
              <a:t>with</a:t>
            </a:r>
            <a:r>
              <a:rPr dirty="0" sz="1400" spc="-35" b="1">
                <a:solidFill>
                  <a:srgbClr val="0F8A8D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F8A8D"/>
                </a:solidFill>
                <a:latin typeface="Calibri"/>
                <a:cs typeface="Calibri"/>
              </a:rPr>
              <a:t>your</a:t>
            </a:r>
            <a:r>
              <a:rPr dirty="0" sz="1400" spc="-40" b="1">
                <a:solidFill>
                  <a:srgbClr val="0F8A8D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F8A8D"/>
                </a:solidFill>
                <a:latin typeface="Calibri"/>
                <a:cs typeface="Calibri"/>
              </a:rPr>
              <a:t>team's</a:t>
            </a:r>
            <a:r>
              <a:rPr dirty="0" sz="1400" spc="-40" b="1">
                <a:solidFill>
                  <a:srgbClr val="0F8A8D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0F8A8D"/>
                </a:solidFill>
                <a:latin typeface="Calibri"/>
                <a:cs typeface="Calibri"/>
              </a:rPr>
              <a:t>real </a:t>
            </a:r>
            <a:r>
              <a:rPr dirty="0" sz="1400" spc="-10" b="1">
                <a:solidFill>
                  <a:srgbClr val="0F8A8D"/>
                </a:solidFill>
                <a:latin typeface="Calibri"/>
                <a:cs typeface="Calibri"/>
              </a:rPr>
              <a:t>votes.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" y="960119"/>
            <a:ext cx="548640" cy="54863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474720" y="548640"/>
            <a:ext cx="1645920" cy="1463040"/>
          </a:xfrm>
          <a:custGeom>
            <a:avLst/>
            <a:gdLst/>
            <a:ahLst/>
            <a:cxnLst/>
            <a:rect l="l" t="t" r="r" b="b"/>
            <a:pathLst>
              <a:path w="1645920" h="1463039">
                <a:moveTo>
                  <a:pt x="1554480" y="0"/>
                </a:moveTo>
                <a:lnTo>
                  <a:pt x="91440" y="0"/>
                </a:lnTo>
                <a:lnTo>
                  <a:pt x="55828" y="7179"/>
                </a:lnTo>
                <a:lnTo>
                  <a:pt x="26765" y="26765"/>
                </a:lnTo>
                <a:lnTo>
                  <a:pt x="7179" y="55828"/>
                </a:lnTo>
                <a:lnTo>
                  <a:pt x="0" y="91439"/>
                </a:lnTo>
                <a:lnTo>
                  <a:pt x="0" y="1371599"/>
                </a:lnTo>
                <a:lnTo>
                  <a:pt x="7179" y="1407211"/>
                </a:lnTo>
                <a:lnTo>
                  <a:pt x="26765" y="1436274"/>
                </a:lnTo>
                <a:lnTo>
                  <a:pt x="55828" y="1455860"/>
                </a:lnTo>
                <a:lnTo>
                  <a:pt x="91440" y="1463039"/>
                </a:lnTo>
                <a:lnTo>
                  <a:pt x="1554480" y="1463039"/>
                </a:lnTo>
                <a:lnTo>
                  <a:pt x="1590091" y="1455860"/>
                </a:lnTo>
                <a:lnTo>
                  <a:pt x="1619154" y="1436274"/>
                </a:lnTo>
                <a:lnTo>
                  <a:pt x="1638740" y="1407211"/>
                </a:lnTo>
                <a:lnTo>
                  <a:pt x="1645920" y="1371599"/>
                </a:lnTo>
                <a:lnTo>
                  <a:pt x="1645920" y="91439"/>
                </a:lnTo>
                <a:lnTo>
                  <a:pt x="1638740" y="55828"/>
                </a:lnTo>
                <a:lnTo>
                  <a:pt x="1619154" y="26765"/>
                </a:lnTo>
                <a:lnTo>
                  <a:pt x="1590091" y="7179"/>
                </a:lnTo>
                <a:lnTo>
                  <a:pt x="1554480" y="0"/>
                </a:lnTo>
                <a:close/>
              </a:path>
            </a:pathLst>
          </a:custGeom>
          <a:solidFill>
            <a:srgbClr val="0F8A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781552" y="764031"/>
            <a:ext cx="1033780" cy="361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>
                <a:solidFill>
                  <a:srgbClr val="FFFFFF"/>
                </a:solidFill>
              </a:rPr>
              <a:t>6–</a:t>
            </a:r>
            <a:r>
              <a:rPr dirty="0" sz="2200">
                <a:solidFill>
                  <a:srgbClr val="FFFFFF"/>
                </a:solidFill>
              </a:rPr>
              <a:t>8</a:t>
            </a:r>
            <a:r>
              <a:rPr dirty="0" sz="2200" spc="5">
                <a:solidFill>
                  <a:srgbClr val="FFFFFF"/>
                </a:solidFill>
              </a:rPr>
              <a:t> </a:t>
            </a:r>
            <a:r>
              <a:rPr dirty="0" sz="2200" spc="-25">
                <a:solidFill>
                  <a:srgbClr val="FFFFFF"/>
                </a:solidFill>
              </a:rPr>
              <a:t>wks</a:t>
            </a:r>
            <a:endParaRPr sz="2200"/>
          </a:p>
        </p:txBody>
      </p:sp>
      <p:sp>
        <p:nvSpPr>
          <p:cNvPr id="6" name="object 6"/>
          <p:cNvSpPr txBox="1"/>
          <p:nvPr/>
        </p:nvSpPr>
        <p:spPr>
          <a:xfrm>
            <a:off x="3825494" y="1213612"/>
            <a:ext cx="9455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7325" marR="5080" indent="-17526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working prototype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57800" y="548640"/>
            <a:ext cx="1645920" cy="1463040"/>
          </a:xfrm>
          <a:custGeom>
            <a:avLst/>
            <a:gdLst/>
            <a:ahLst/>
            <a:cxnLst/>
            <a:rect l="l" t="t" r="r" b="b"/>
            <a:pathLst>
              <a:path w="1645920" h="1463039">
                <a:moveTo>
                  <a:pt x="1554480" y="0"/>
                </a:moveTo>
                <a:lnTo>
                  <a:pt x="91440" y="0"/>
                </a:lnTo>
                <a:lnTo>
                  <a:pt x="55828" y="7179"/>
                </a:lnTo>
                <a:lnTo>
                  <a:pt x="26765" y="26765"/>
                </a:lnTo>
                <a:lnTo>
                  <a:pt x="7179" y="55828"/>
                </a:lnTo>
                <a:lnTo>
                  <a:pt x="0" y="91439"/>
                </a:lnTo>
                <a:lnTo>
                  <a:pt x="0" y="1371599"/>
                </a:lnTo>
                <a:lnTo>
                  <a:pt x="7179" y="1407211"/>
                </a:lnTo>
                <a:lnTo>
                  <a:pt x="26765" y="1436274"/>
                </a:lnTo>
                <a:lnTo>
                  <a:pt x="55828" y="1455860"/>
                </a:lnTo>
                <a:lnTo>
                  <a:pt x="91440" y="1463039"/>
                </a:lnTo>
                <a:lnTo>
                  <a:pt x="1554480" y="1463039"/>
                </a:lnTo>
                <a:lnTo>
                  <a:pt x="1590091" y="1455860"/>
                </a:lnTo>
                <a:lnTo>
                  <a:pt x="1619154" y="1436274"/>
                </a:lnTo>
                <a:lnTo>
                  <a:pt x="1638740" y="1407211"/>
                </a:lnTo>
                <a:lnTo>
                  <a:pt x="1645920" y="1371599"/>
                </a:lnTo>
                <a:lnTo>
                  <a:pt x="1645920" y="91439"/>
                </a:lnTo>
                <a:lnTo>
                  <a:pt x="1638740" y="55828"/>
                </a:lnTo>
                <a:lnTo>
                  <a:pt x="1619154" y="26765"/>
                </a:lnTo>
                <a:lnTo>
                  <a:pt x="1590091" y="7179"/>
                </a:lnTo>
                <a:lnTo>
                  <a:pt x="1554480" y="0"/>
                </a:lnTo>
                <a:close/>
              </a:path>
            </a:pathLst>
          </a:custGeom>
          <a:solidFill>
            <a:srgbClr val="318B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431790" y="764031"/>
            <a:ext cx="1298575" cy="810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200" spc="-25" b="1">
                <a:solidFill>
                  <a:srgbClr val="FFFFFF"/>
                </a:solidFill>
                <a:latin typeface="Trebuchet MS"/>
                <a:cs typeface="Trebuchet MS"/>
              </a:rPr>
              <a:t>Low</a:t>
            </a:r>
            <a:endParaRPr sz="2200">
              <a:latin typeface="Trebuchet MS"/>
              <a:cs typeface="Trebuchet MS"/>
            </a:endParaRPr>
          </a:p>
          <a:p>
            <a:pPr algn="ctr" marL="12700" marR="5080">
              <a:lnSpc>
                <a:spcPct val="100000"/>
              </a:lnSpc>
              <a:spcBef>
                <a:spcPts val="894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open-source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 free-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tier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40880" y="548640"/>
            <a:ext cx="1645920" cy="1463040"/>
          </a:xfrm>
          <a:custGeom>
            <a:avLst/>
            <a:gdLst/>
            <a:ahLst/>
            <a:cxnLst/>
            <a:rect l="l" t="t" r="r" b="b"/>
            <a:pathLst>
              <a:path w="1645920" h="1463039">
                <a:moveTo>
                  <a:pt x="1554480" y="0"/>
                </a:moveTo>
                <a:lnTo>
                  <a:pt x="91440" y="0"/>
                </a:lnTo>
                <a:lnTo>
                  <a:pt x="55828" y="7179"/>
                </a:lnTo>
                <a:lnTo>
                  <a:pt x="26765" y="26765"/>
                </a:lnTo>
                <a:lnTo>
                  <a:pt x="7179" y="55828"/>
                </a:lnTo>
                <a:lnTo>
                  <a:pt x="0" y="91439"/>
                </a:lnTo>
                <a:lnTo>
                  <a:pt x="0" y="1371599"/>
                </a:lnTo>
                <a:lnTo>
                  <a:pt x="7179" y="1407211"/>
                </a:lnTo>
                <a:lnTo>
                  <a:pt x="26765" y="1436274"/>
                </a:lnTo>
                <a:lnTo>
                  <a:pt x="55828" y="1455860"/>
                </a:lnTo>
                <a:lnTo>
                  <a:pt x="91440" y="1463039"/>
                </a:lnTo>
                <a:lnTo>
                  <a:pt x="1554480" y="1463039"/>
                </a:lnTo>
                <a:lnTo>
                  <a:pt x="1590091" y="1455860"/>
                </a:lnTo>
                <a:lnTo>
                  <a:pt x="1619154" y="1436274"/>
                </a:lnTo>
                <a:lnTo>
                  <a:pt x="1638740" y="1407211"/>
                </a:lnTo>
                <a:lnTo>
                  <a:pt x="1645920" y="1371599"/>
                </a:lnTo>
                <a:lnTo>
                  <a:pt x="1645920" y="91439"/>
                </a:lnTo>
                <a:lnTo>
                  <a:pt x="1638740" y="55828"/>
                </a:lnTo>
                <a:lnTo>
                  <a:pt x="1619154" y="26765"/>
                </a:lnTo>
                <a:lnTo>
                  <a:pt x="1590091" y="7179"/>
                </a:lnTo>
                <a:lnTo>
                  <a:pt x="1554480" y="0"/>
                </a:lnTo>
                <a:close/>
              </a:path>
            </a:pathLst>
          </a:custGeom>
          <a:solidFill>
            <a:srgbClr val="0F8A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150354" y="764031"/>
            <a:ext cx="1428750" cy="810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200">
              <a:latin typeface="Trebuchet MS"/>
              <a:cs typeface="Trebuchet MS"/>
            </a:endParaRPr>
          </a:p>
          <a:p>
            <a:pPr algn="ctr" marL="12700" marR="5080">
              <a:lnSpc>
                <a:spcPct val="100000"/>
              </a:lnSpc>
              <a:spcBef>
                <a:spcPts val="894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Modules: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login,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QR,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logs,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380" y="1897189"/>
            <a:ext cx="2159000" cy="133350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3600" spc="-25" b="1">
                <a:solidFill>
                  <a:srgbClr val="1CA7B8"/>
                </a:solidFill>
                <a:latin typeface="Trebuchet MS"/>
                <a:cs typeface="Trebuchet MS"/>
              </a:rPr>
              <a:t>06</a:t>
            </a:r>
            <a:endParaRPr sz="3600">
              <a:latin typeface="Trebuchet MS"/>
              <a:cs typeface="Trebuchet MS"/>
            </a:endParaRPr>
          </a:p>
          <a:p>
            <a:pPr marL="12700" marR="5080">
              <a:lnSpc>
                <a:spcPts val="2230"/>
              </a:lnSpc>
              <a:spcBef>
                <a:spcPts val="620"/>
              </a:spcBef>
            </a:pP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Rapid</a:t>
            </a:r>
            <a:r>
              <a:rPr dirty="0" sz="1900" spc="-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Estimation</a:t>
            </a:r>
            <a:r>
              <a:rPr dirty="0" sz="1900" spc="-50" b="1">
                <a:solidFill>
                  <a:srgbClr val="FFFFFF"/>
                </a:solidFill>
                <a:latin typeface="Trebuchet MS"/>
                <a:cs typeface="Trebuchet MS"/>
              </a:rPr>
              <a:t> &amp; </a:t>
            </a: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Solution</a:t>
            </a:r>
            <a:r>
              <a:rPr dirty="0" sz="1900" spc="-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Concept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53714" y="2305304"/>
            <a:ext cx="463169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●"/>
              <a:tabLst>
                <a:tab pos="354965" algn="l"/>
              </a:tabLst>
            </a:pP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Concept:</a:t>
            </a:r>
            <a:r>
              <a:rPr dirty="0" sz="1700" spc="-10">
                <a:solidFill>
                  <a:srgbClr val="3C5466"/>
                </a:solidFill>
                <a:latin typeface="Calibri"/>
                <a:cs typeface="Calibri"/>
              </a:rPr>
              <a:t> dynamic-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QR</a:t>
            </a:r>
            <a:r>
              <a:rPr dirty="0" sz="1700" spc="-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3C5466"/>
                </a:solidFill>
                <a:latin typeface="Calibri"/>
                <a:cs typeface="Calibri"/>
              </a:rPr>
              <a:t>attendance</a:t>
            </a:r>
            <a:r>
              <a:rPr dirty="0" sz="1700" spc="-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app</a:t>
            </a:r>
            <a:r>
              <a:rPr dirty="0" sz="1700" spc="-2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plus</a:t>
            </a:r>
            <a:r>
              <a:rPr dirty="0" sz="1700" spc="-1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3C5466"/>
                </a:solidFill>
                <a:latin typeface="Calibri"/>
                <a:cs typeface="Calibri"/>
              </a:rPr>
              <a:t>cloud</a:t>
            </a:r>
            <a:endParaRPr sz="17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analytics</a:t>
            </a:r>
            <a:r>
              <a:rPr dirty="0" sz="1700" spc="-6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3C5466"/>
                </a:solidFill>
                <a:latin typeface="Calibri"/>
                <a:cs typeface="Calibri"/>
              </a:rPr>
              <a:t>dashboard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53714" y="2976372"/>
            <a:ext cx="5050155" cy="543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●"/>
              <a:tabLst>
                <a:tab pos="355600" algn="l"/>
              </a:tabLst>
            </a:pP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Stack:</a:t>
            </a:r>
            <a:r>
              <a:rPr dirty="0" sz="17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React</a:t>
            </a:r>
            <a:r>
              <a:rPr dirty="0" sz="17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/</a:t>
            </a:r>
            <a:r>
              <a:rPr dirty="0" sz="1700" spc="-4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Flutter</a:t>
            </a:r>
            <a:r>
              <a:rPr dirty="0" sz="17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front</a:t>
            </a:r>
            <a:r>
              <a:rPr dirty="0" sz="1700" spc="-3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end,</a:t>
            </a:r>
            <a:r>
              <a:rPr dirty="0" sz="17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Node.js</a:t>
            </a:r>
            <a:r>
              <a:rPr dirty="0" sz="17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and</a:t>
            </a:r>
            <a:r>
              <a:rPr dirty="0" sz="17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3C5466"/>
                </a:solidFill>
                <a:latin typeface="Calibri"/>
                <a:cs typeface="Calibri"/>
              </a:rPr>
              <a:t>database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back</a:t>
            </a:r>
            <a:r>
              <a:rPr dirty="0" sz="1700" spc="-1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 spc="-25">
                <a:solidFill>
                  <a:srgbClr val="3C5466"/>
                </a:solidFill>
                <a:latin typeface="Calibri"/>
                <a:cs typeface="Calibri"/>
              </a:rPr>
              <a:t>end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257" y="3291840"/>
            <a:ext cx="2699004" cy="179984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553714" y="3646932"/>
            <a:ext cx="5048885" cy="543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●"/>
              <a:tabLst>
                <a:tab pos="355600" algn="l"/>
              </a:tabLst>
            </a:pP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Risk:</a:t>
            </a:r>
            <a:r>
              <a:rPr dirty="0" sz="17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proxy</a:t>
            </a:r>
            <a:r>
              <a:rPr dirty="0" sz="17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scans</a:t>
            </a:r>
            <a:r>
              <a:rPr dirty="0" sz="17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and</a:t>
            </a:r>
            <a:r>
              <a:rPr dirty="0" sz="17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poor</a:t>
            </a:r>
            <a:r>
              <a:rPr dirty="0" sz="17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network,</a:t>
            </a:r>
            <a:r>
              <a:rPr dirty="0" sz="1700" spc="-2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handled</a:t>
            </a:r>
            <a:r>
              <a:rPr dirty="0" sz="1700" spc="-4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by</a:t>
            </a:r>
            <a:r>
              <a:rPr dirty="0" sz="1700" spc="-3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3C5466"/>
                </a:solidFill>
                <a:latin typeface="Calibri"/>
                <a:cs typeface="Calibri"/>
              </a:rPr>
              <a:t>time-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limited</a:t>
            </a:r>
            <a:r>
              <a:rPr dirty="0" sz="17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codes</a:t>
            </a:r>
            <a:r>
              <a:rPr dirty="0" sz="17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and</a:t>
            </a:r>
            <a:r>
              <a:rPr dirty="0" sz="1700" spc="-6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C5466"/>
                </a:solidFill>
                <a:latin typeface="Calibri"/>
                <a:cs typeface="Calibri"/>
              </a:rPr>
              <a:t>offline</a:t>
            </a:r>
            <a:r>
              <a:rPr dirty="0" sz="17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3C5466"/>
                </a:solidFill>
                <a:latin typeface="Calibri"/>
                <a:cs typeface="Calibri"/>
              </a:rPr>
              <a:t>sync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553714" y="611631"/>
            <a:ext cx="5088255" cy="605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●"/>
              <a:tabLst>
                <a:tab pos="355600" algn="l"/>
              </a:tabLst>
            </a:pP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Live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attendance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percentage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per</a:t>
            </a:r>
            <a:r>
              <a:rPr dirty="0" sz="19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student,</a:t>
            </a:r>
            <a:r>
              <a:rPr dirty="0" sz="1900" spc="-6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subject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and</a:t>
            </a:r>
            <a:r>
              <a:rPr dirty="0" sz="1900" spc="-4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class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" y="960119"/>
            <a:ext cx="548640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27380" y="1897189"/>
            <a:ext cx="1738630" cy="133350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3600" spc="-25" b="1">
                <a:solidFill>
                  <a:srgbClr val="1CA7B8"/>
                </a:solidFill>
                <a:latin typeface="Trebuchet MS"/>
                <a:cs typeface="Trebuchet MS"/>
              </a:rPr>
              <a:t>07</a:t>
            </a:r>
            <a:endParaRPr sz="3600">
              <a:latin typeface="Trebuchet MS"/>
              <a:cs typeface="Trebuchet MS"/>
            </a:endParaRPr>
          </a:p>
          <a:p>
            <a:pPr marL="12700" marR="5080">
              <a:lnSpc>
                <a:spcPts val="2230"/>
              </a:lnSpc>
              <a:spcBef>
                <a:spcPts val="620"/>
              </a:spcBef>
            </a:pP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Key</a:t>
            </a:r>
            <a:r>
              <a:rPr dirty="0" sz="1900" spc="-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Features</a:t>
            </a:r>
            <a:r>
              <a:rPr dirty="0" sz="1900" spc="-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50" b="1">
                <a:solidFill>
                  <a:srgbClr val="FFFFFF"/>
                </a:solidFill>
                <a:latin typeface="Trebuchet MS"/>
                <a:cs typeface="Trebuchet MS"/>
              </a:rPr>
              <a:t>&amp;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Analytics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3714" y="1343152"/>
            <a:ext cx="4857115" cy="2799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8255" indent="-342900">
              <a:lnSpc>
                <a:spcPct val="100000"/>
              </a:lnSpc>
              <a:spcBef>
                <a:spcPts val="100"/>
              </a:spcBef>
              <a:buChar char="●"/>
              <a:tabLst>
                <a:tab pos="355600" algn="l"/>
              </a:tabLst>
            </a:pP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Automatic</a:t>
            </a:r>
            <a:r>
              <a:rPr dirty="0" sz="1900" spc="-7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alerts</a:t>
            </a:r>
            <a:r>
              <a:rPr dirty="0" sz="19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when</a:t>
            </a:r>
            <a:r>
              <a:rPr dirty="0" sz="19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attendance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falls</a:t>
            </a:r>
            <a:r>
              <a:rPr dirty="0" sz="1900" spc="-6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below </a:t>
            </a:r>
            <a:r>
              <a:rPr dirty="0" sz="1900" spc="-25">
                <a:solidFill>
                  <a:srgbClr val="3C5466"/>
                </a:solidFill>
                <a:latin typeface="Calibri"/>
                <a:cs typeface="Calibri"/>
              </a:rPr>
              <a:t>75%</a:t>
            </a:r>
            <a:endParaRPr sz="19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Char char="●"/>
              <a:tabLst>
                <a:tab pos="355600" algn="l"/>
              </a:tabLst>
            </a:pPr>
            <a:r>
              <a:rPr dirty="0" sz="1900" spc="-25">
                <a:solidFill>
                  <a:srgbClr val="3C5466"/>
                </a:solidFill>
                <a:latin typeface="Calibri"/>
                <a:cs typeface="Calibri"/>
              </a:rPr>
              <a:t>Trend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charts</a:t>
            </a:r>
            <a:r>
              <a:rPr dirty="0" sz="1900" spc="-6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and</a:t>
            </a:r>
            <a:r>
              <a:rPr dirty="0" sz="19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defaulter</a:t>
            </a:r>
            <a:r>
              <a:rPr dirty="0" sz="19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lists</a:t>
            </a:r>
            <a:r>
              <a:rPr dirty="0" sz="1900" spc="-6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for</a:t>
            </a:r>
            <a:r>
              <a:rPr dirty="0" sz="19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faculty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3C5466"/>
                </a:solidFill>
                <a:latin typeface="Calibri"/>
                <a:cs typeface="Calibri"/>
              </a:rPr>
              <a:t>and </a:t>
            </a:r>
            <a:r>
              <a:rPr dirty="0" sz="1900" spc="-20">
                <a:solidFill>
                  <a:srgbClr val="3C5466"/>
                </a:solidFill>
                <a:latin typeface="Calibri"/>
                <a:cs typeface="Calibri"/>
              </a:rPr>
              <a:t>HODs</a:t>
            </a:r>
            <a:endParaRPr sz="1900">
              <a:latin typeface="Calibri"/>
              <a:cs typeface="Calibri"/>
            </a:endParaRPr>
          </a:p>
          <a:p>
            <a:pPr marL="355600" marR="530225" indent="-342900">
              <a:lnSpc>
                <a:spcPct val="100000"/>
              </a:lnSpc>
              <a:spcBef>
                <a:spcPts val="1205"/>
              </a:spcBef>
              <a:buChar char="●"/>
              <a:tabLst>
                <a:tab pos="355600" algn="l"/>
              </a:tabLst>
            </a:pPr>
            <a:r>
              <a:rPr dirty="0" sz="1900" spc="-20">
                <a:solidFill>
                  <a:srgbClr val="3C5466"/>
                </a:solidFill>
                <a:latin typeface="Calibri"/>
                <a:cs typeface="Calibri"/>
              </a:rPr>
              <a:t>One-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click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reports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for</a:t>
            </a:r>
            <a:r>
              <a:rPr dirty="0" sz="19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exams,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parents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3C5466"/>
                </a:solidFill>
                <a:latin typeface="Calibri"/>
                <a:cs typeface="Calibri"/>
              </a:rPr>
              <a:t>and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accreditation</a:t>
            </a:r>
            <a:endParaRPr sz="1900">
              <a:latin typeface="Calibri"/>
              <a:cs typeface="Calibri"/>
            </a:endParaRPr>
          </a:p>
          <a:p>
            <a:pPr marL="355600" marR="47625" indent="-342900">
              <a:lnSpc>
                <a:spcPct val="100000"/>
              </a:lnSpc>
              <a:spcBef>
                <a:spcPts val="1195"/>
              </a:spcBef>
              <a:buChar char="●"/>
              <a:tabLst>
                <a:tab pos="355600" algn="l"/>
              </a:tabLst>
            </a:pP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Secure</a:t>
            </a:r>
            <a:r>
              <a:rPr dirty="0" sz="19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3C5466"/>
                </a:solidFill>
                <a:latin typeface="Calibri"/>
                <a:cs typeface="Calibri"/>
              </a:rPr>
              <a:t>role-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based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access</a:t>
            </a:r>
            <a:r>
              <a:rPr dirty="0" sz="1900" spc="-6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for</a:t>
            </a:r>
            <a:r>
              <a:rPr dirty="0" sz="19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students,</a:t>
            </a:r>
            <a:r>
              <a:rPr dirty="0" sz="19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faculty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and</a:t>
            </a:r>
            <a:r>
              <a:rPr dirty="0" sz="1900" spc="-4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admin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973" y="3291840"/>
            <a:ext cx="2661666" cy="17746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3474720" y="411480"/>
            <a:ext cx="5212080" cy="640080"/>
            <a:chOff x="3474720" y="411480"/>
            <a:chExt cx="5212080" cy="640080"/>
          </a:xfrm>
        </p:grpSpPr>
        <p:sp>
          <p:nvSpPr>
            <p:cNvPr id="5" name="object 5"/>
            <p:cNvSpPr/>
            <p:nvPr/>
          </p:nvSpPr>
          <p:spPr>
            <a:xfrm>
              <a:off x="3474720" y="411480"/>
              <a:ext cx="5212080" cy="640080"/>
            </a:xfrm>
            <a:custGeom>
              <a:avLst/>
              <a:gdLst/>
              <a:ahLst/>
              <a:cxnLst/>
              <a:rect l="l" t="t" r="r" b="b"/>
              <a:pathLst>
                <a:path w="5212080" h="640080">
                  <a:moveTo>
                    <a:pt x="512064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548639"/>
                  </a:lnTo>
                  <a:lnTo>
                    <a:pt x="7179" y="584251"/>
                  </a:lnTo>
                  <a:lnTo>
                    <a:pt x="26765" y="613314"/>
                  </a:lnTo>
                  <a:lnTo>
                    <a:pt x="55828" y="632900"/>
                  </a:lnTo>
                  <a:lnTo>
                    <a:pt x="91440" y="640079"/>
                  </a:lnTo>
                  <a:lnTo>
                    <a:pt x="5120640" y="640079"/>
                  </a:lnTo>
                  <a:lnTo>
                    <a:pt x="5156251" y="632900"/>
                  </a:lnTo>
                  <a:lnTo>
                    <a:pt x="5185314" y="613314"/>
                  </a:lnTo>
                  <a:lnTo>
                    <a:pt x="5204900" y="584251"/>
                  </a:lnTo>
                  <a:lnTo>
                    <a:pt x="5212080" y="548639"/>
                  </a:lnTo>
                  <a:lnTo>
                    <a:pt x="5212080" y="91439"/>
                  </a:lnTo>
                  <a:lnTo>
                    <a:pt x="5204900" y="55828"/>
                  </a:lnTo>
                  <a:lnTo>
                    <a:pt x="5185314" y="26765"/>
                  </a:lnTo>
                  <a:lnTo>
                    <a:pt x="5156251" y="7179"/>
                  </a:lnTo>
                  <a:lnTo>
                    <a:pt x="5120640" y="0"/>
                  </a:lnTo>
                  <a:close/>
                </a:path>
              </a:pathLst>
            </a:custGeom>
            <a:solidFill>
              <a:srgbClr val="E6F3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11880" y="5029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F8A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0752" y="621792"/>
              <a:ext cx="219455" cy="21945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39514" y="592074"/>
            <a:ext cx="1691639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Faculty</a:t>
            </a:r>
            <a:r>
              <a:rPr dirty="0" sz="1500" spc="-80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starts</a:t>
            </a:r>
            <a:r>
              <a:rPr dirty="0" sz="1500" spc="-65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A3B5D"/>
                </a:solidFill>
                <a:latin typeface="Calibri"/>
                <a:cs typeface="Calibri"/>
              </a:rPr>
              <a:t>session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" y="960119"/>
            <a:ext cx="548640" cy="54863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3474720" y="1197863"/>
            <a:ext cx="5212080" cy="640080"/>
            <a:chOff x="3474720" y="1197863"/>
            <a:chExt cx="5212080" cy="640080"/>
          </a:xfrm>
        </p:grpSpPr>
        <p:sp>
          <p:nvSpPr>
            <p:cNvPr id="10" name="object 10"/>
            <p:cNvSpPr/>
            <p:nvPr/>
          </p:nvSpPr>
          <p:spPr>
            <a:xfrm>
              <a:off x="3474720" y="1197863"/>
              <a:ext cx="5212080" cy="640080"/>
            </a:xfrm>
            <a:custGeom>
              <a:avLst/>
              <a:gdLst/>
              <a:ahLst/>
              <a:cxnLst/>
              <a:rect l="l" t="t" r="r" b="b"/>
              <a:pathLst>
                <a:path w="5212080" h="640080">
                  <a:moveTo>
                    <a:pt x="512064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548639"/>
                  </a:lnTo>
                  <a:lnTo>
                    <a:pt x="7179" y="584251"/>
                  </a:lnTo>
                  <a:lnTo>
                    <a:pt x="26765" y="613314"/>
                  </a:lnTo>
                  <a:lnTo>
                    <a:pt x="55828" y="632900"/>
                  </a:lnTo>
                  <a:lnTo>
                    <a:pt x="91440" y="640079"/>
                  </a:lnTo>
                  <a:lnTo>
                    <a:pt x="5120640" y="640079"/>
                  </a:lnTo>
                  <a:lnTo>
                    <a:pt x="5156251" y="632900"/>
                  </a:lnTo>
                  <a:lnTo>
                    <a:pt x="5185314" y="613314"/>
                  </a:lnTo>
                  <a:lnTo>
                    <a:pt x="5204900" y="584251"/>
                  </a:lnTo>
                  <a:lnTo>
                    <a:pt x="5212080" y="548639"/>
                  </a:lnTo>
                  <a:lnTo>
                    <a:pt x="5212080" y="91439"/>
                  </a:lnTo>
                  <a:lnTo>
                    <a:pt x="5204900" y="55828"/>
                  </a:lnTo>
                  <a:lnTo>
                    <a:pt x="5185314" y="26765"/>
                  </a:lnTo>
                  <a:lnTo>
                    <a:pt x="5156251" y="7179"/>
                  </a:lnTo>
                  <a:lnTo>
                    <a:pt x="5120640" y="0"/>
                  </a:lnTo>
                  <a:close/>
                </a:path>
              </a:pathLst>
            </a:custGeom>
            <a:solidFill>
              <a:srgbClr val="E6F3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11880" y="128930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18B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0752" y="1408175"/>
              <a:ext cx="219455" cy="21945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239514" y="1378965"/>
            <a:ext cx="12522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QR</a:t>
            </a:r>
            <a:r>
              <a:rPr dirty="0" sz="1500" spc="-30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code</a:t>
            </a:r>
            <a:r>
              <a:rPr dirty="0" sz="1500" spc="-30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A3B5D"/>
                </a:solidFill>
                <a:latin typeface="Calibri"/>
                <a:cs typeface="Calibri"/>
              </a:rPr>
              <a:t>shown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pc="-25"/>
              <a:t>08</a:t>
            </a: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900">
                <a:solidFill>
                  <a:srgbClr val="FFFFFF"/>
                </a:solidFill>
              </a:rPr>
              <a:t>Rough</a:t>
            </a:r>
            <a:r>
              <a:rPr dirty="0" sz="1900" spc="-10">
                <a:solidFill>
                  <a:srgbClr val="FFFFFF"/>
                </a:solidFill>
              </a:rPr>
              <a:t> Prototype</a:t>
            </a:r>
            <a:endParaRPr sz="1900"/>
          </a:p>
        </p:txBody>
      </p:sp>
      <p:grpSp>
        <p:nvGrpSpPr>
          <p:cNvPr id="14" name="object 14"/>
          <p:cNvGrpSpPr/>
          <p:nvPr/>
        </p:nvGrpSpPr>
        <p:grpSpPr>
          <a:xfrm>
            <a:off x="3474720" y="1984248"/>
            <a:ext cx="5212080" cy="640080"/>
            <a:chOff x="3474720" y="1984248"/>
            <a:chExt cx="5212080" cy="640080"/>
          </a:xfrm>
        </p:grpSpPr>
        <p:sp>
          <p:nvSpPr>
            <p:cNvPr id="15" name="object 15"/>
            <p:cNvSpPr/>
            <p:nvPr/>
          </p:nvSpPr>
          <p:spPr>
            <a:xfrm>
              <a:off x="3474720" y="1984248"/>
              <a:ext cx="5212080" cy="640080"/>
            </a:xfrm>
            <a:custGeom>
              <a:avLst/>
              <a:gdLst/>
              <a:ahLst/>
              <a:cxnLst/>
              <a:rect l="l" t="t" r="r" b="b"/>
              <a:pathLst>
                <a:path w="5212080" h="640080">
                  <a:moveTo>
                    <a:pt x="512064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548639"/>
                  </a:lnTo>
                  <a:lnTo>
                    <a:pt x="7179" y="584251"/>
                  </a:lnTo>
                  <a:lnTo>
                    <a:pt x="26765" y="613314"/>
                  </a:lnTo>
                  <a:lnTo>
                    <a:pt x="55828" y="632900"/>
                  </a:lnTo>
                  <a:lnTo>
                    <a:pt x="91440" y="640079"/>
                  </a:lnTo>
                  <a:lnTo>
                    <a:pt x="5120640" y="640079"/>
                  </a:lnTo>
                  <a:lnTo>
                    <a:pt x="5156251" y="632900"/>
                  </a:lnTo>
                  <a:lnTo>
                    <a:pt x="5185314" y="613314"/>
                  </a:lnTo>
                  <a:lnTo>
                    <a:pt x="5204900" y="584251"/>
                  </a:lnTo>
                  <a:lnTo>
                    <a:pt x="5212080" y="548639"/>
                  </a:lnTo>
                  <a:lnTo>
                    <a:pt x="5212080" y="91439"/>
                  </a:lnTo>
                  <a:lnTo>
                    <a:pt x="5204900" y="55828"/>
                  </a:lnTo>
                  <a:lnTo>
                    <a:pt x="5185314" y="26765"/>
                  </a:lnTo>
                  <a:lnTo>
                    <a:pt x="5156251" y="7179"/>
                  </a:lnTo>
                  <a:lnTo>
                    <a:pt x="5120640" y="0"/>
                  </a:lnTo>
                  <a:close/>
                </a:path>
              </a:pathLst>
            </a:custGeom>
            <a:solidFill>
              <a:srgbClr val="E6F3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611880" y="207568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F8A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0752" y="2194560"/>
              <a:ext cx="219455" cy="21945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239514" y="2165350"/>
            <a:ext cx="11182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Students</a:t>
            </a:r>
            <a:r>
              <a:rPr dirty="0" sz="1500" spc="-40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spc="-20" b="1">
                <a:solidFill>
                  <a:srgbClr val="0A3B5D"/>
                </a:solidFill>
                <a:latin typeface="Calibri"/>
                <a:cs typeface="Calibri"/>
              </a:rPr>
              <a:t>scan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74720" y="2770632"/>
            <a:ext cx="5212080" cy="640080"/>
            <a:chOff x="3474720" y="2770632"/>
            <a:chExt cx="5212080" cy="640080"/>
          </a:xfrm>
        </p:grpSpPr>
        <p:sp>
          <p:nvSpPr>
            <p:cNvPr id="20" name="object 20"/>
            <p:cNvSpPr/>
            <p:nvPr/>
          </p:nvSpPr>
          <p:spPr>
            <a:xfrm>
              <a:off x="3474720" y="2770632"/>
              <a:ext cx="5212080" cy="640080"/>
            </a:xfrm>
            <a:custGeom>
              <a:avLst/>
              <a:gdLst/>
              <a:ahLst/>
              <a:cxnLst/>
              <a:rect l="l" t="t" r="r" b="b"/>
              <a:pathLst>
                <a:path w="5212080" h="640079">
                  <a:moveTo>
                    <a:pt x="512064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548639"/>
                  </a:lnTo>
                  <a:lnTo>
                    <a:pt x="7179" y="584251"/>
                  </a:lnTo>
                  <a:lnTo>
                    <a:pt x="26765" y="613314"/>
                  </a:lnTo>
                  <a:lnTo>
                    <a:pt x="55828" y="632900"/>
                  </a:lnTo>
                  <a:lnTo>
                    <a:pt x="91440" y="640079"/>
                  </a:lnTo>
                  <a:lnTo>
                    <a:pt x="5120640" y="640079"/>
                  </a:lnTo>
                  <a:lnTo>
                    <a:pt x="5156251" y="632900"/>
                  </a:lnTo>
                  <a:lnTo>
                    <a:pt x="5185314" y="613314"/>
                  </a:lnTo>
                  <a:lnTo>
                    <a:pt x="5204900" y="584251"/>
                  </a:lnTo>
                  <a:lnTo>
                    <a:pt x="5212080" y="548639"/>
                  </a:lnTo>
                  <a:lnTo>
                    <a:pt x="5212080" y="91439"/>
                  </a:lnTo>
                  <a:lnTo>
                    <a:pt x="5204900" y="55828"/>
                  </a:lnTo>
                  <a:lnTo>
                    <a:pt x="5185314" y="26765"/>
                  </a:lnTo>
                  <a:lnTo>
                    <a:pt x="5156251" y="7179"/>
                  </a:lnTo>
                  <a:lnTo>
                    <a:pt x="5120640" y="0"/>
                  </a:lnTo>
                  <a:close/>
                </a:path>
              </a:pathLst>
            </a:custGeom>
            <a:solidFill>
              <a:srgbClr val="E6F3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611880" y="286207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18B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0752" y="2980944"/>
              <a:ext cx="219455" cy="219456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3474720" y="3557015"/>
            <a:ext cx="5212080" cy="640080"/>
            <a:chOff x="3474720" y="3557015"/>
            <a:chExt cx="5212080" cy="640080"/>
          </a:xfrm>
        </p:grpSpPr>
        <p:sp>
          <p:nvSpPr>
            <p:cNvPr id="24" name="object 24"/>
            <p:cNvSpPr/>
            <p:nvPr/>
          </p:nvSpPr>
          <p:spPr>
            <a:xfrm>
              <a:off x="3474720" y="3557015"/>
              <a:ext cx="5212080" cy="640080"/>
            </a:xfrm>
            <a:custGeom>
              <a:avLst/>
              <a:gdLst/>
              <a:ahLst/>
              <a:cxnLst/>
              <a:rect l="l" t="t" r="r" b="b"/>
              <a:pathLst>
                <a:path w="5212080" h="640079">
                  <a:moveTo>
                    <a:pt x="512064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548640"/>
                  </a:lnTo>
                  <a:lnTo>
                    <a:pt x="7179" y="584230"/>
                  </a:lnTo>
                  <a:lnTo>
                    <a:pt x="26765" y="613295"/>
                  </a:lnTo>
                  <a:lnTo>
                    <a:pt x="55828" y="632893"/>
                  </a:lnTo>
                  <a:lnTo>
                    <a:pt x="91440" y="640080"/>
                  </a:lnTo>
                  <a:lnTo>
                    <a:pt x="5120640" y="640080"/>
                  </a:lnTo>
                  <a:lnTo>
                    <a:pt x="5156251" y="632893"/>
                  </a:lnTo>
                  <a:lnTo>
                    <a:pt x="5185314" y="613295"/>
                  </a:lnTo>
                  <a:lnTo>
                    <a:pt x="5204900" y="584230"/>
                  </a:lnTo>
                  <a:lnTo>
                    <a:pt x="5212080" y="548640"/>
                  </a:lnTo>
                  <a:lnTo>
                    <a:pt x="5212080" y="91440"/>
                  </a:lnTo>
                  <a:lnTo>
                    <a:pt x="5204900" y="55828"/>
                  </a:lnTo>
                  <a:lnTo>
                    <a:pt x="5185314" y="26765"/>
                  </a:lnTo>
                  <a:lnTo>
                    <a:pt x="5156251" y="7179"/>
                  </a:lnTo>
                  <a:lnTo>
                    <a:pt x="5120640" y="0"/>
                  </a:lnTo>
                  <a:close/>
                </a:path>
              </a:pathLst>
            </a:custGeom>
            <a:solidFill>
              <a:srgbClr val="E6F3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611880" y="364845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6" y="317580"/>
                  </a:lnTo>
                  <a:lnTo>
                    <a:pt x="39045" y="356411"/>
                  </a:lnTo>
                  <a:lnTo>
                    <a:pt x="66960" y="390244"/>
                  </a:lnTo>
                  <a:lnTo>
                    <a:pt x="100793" y="418158"/>
                  </a:lnTo>
                  <a:lnTo>
                    <a:pt x="139624" y="439235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5"/>
                  </a:lnTo>
                  <a:lnTo>
                    <a:pt x="356406" y="418158"/>
                  </a:lnTo>
                  <a:lnTo>
                    <a:pt x="390239" y="390244"/>
                  </a:lnTo>
                  <a:lnTo>
                    <a:pt x="418154" y="356411"/>
                  </a:lnTo>
                  <a:lnTo>
                    <a:pt x="439233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F8A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0752" y="3767327"/>
              <a:ext cx="219455" cy="21945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239514" y="2951988"/>
            <a:ext cx="1550670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Saved</a:t>
            </a:r>
            <a:r>
              <a:rPr dirty="0" sz="1500" spc="-50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to</a:t>
            </a:r>
            <a:r>
              <a:rPr dirty="0" sz="1500" spc="-40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A3B5D"/>
                </a:solidFill>
                <a:latin typeface="Calibri"/>
                <a:cs typeface="Calibri"/>
              </a:rPr>
              <a:t>database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Dashboard</a:t>
            </a:r>
            <a:r>
              <a:rPr dirty="0" sz="1500" spc="-30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A3B5D"/>
                </a:solidFill>
                <a:latin typeface="Calibri"/>
                <a:cs typeface="Calibri"/>
              </a:rPr>
              <a:t>&amp;</a:t>
            </a:r>
            <a:r>
              <a:rPr dirty="0" sz="1500" spc="-20" b="1">
                <a:solidFill>
                  <a:srgbClr val="0A3B5D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A3B5D"/>
                </a:solidFill>
                <a:latin typeface="Calibri"/>
                <a:cs typeface="Calibri"/>
              </a:rPr>
              <a:t>alerts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62273" y="4504435"/>
            <a:ext cx="191706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solidFill>
                  <a:srgbClr val="3C5466"/>
                </a:solidFill>
                <a:latin typeface="Calibri"/>
                <a:cs typeface="Calibri"/>
              </a:rPr>
              <a:t>Add</a:t>
            </a:r>
            <a:r>
              <a:rPr dirty="0" sz="1200" spc="-10" i="1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C5466"/>
                </a:solidFill>
                <a:latin typeface="Calibri"/>
                <a:cs typeface="Calibri"/>
              </a:rPr>
              <a:t>your</a:t>
            </a:r>
            <a:r>
              <a:rPr dirty="0" sz="1200" spc="-15" i="1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C5466"/>
                </a:solidFill>
                <a:latin typeface="Calibri"/>
                <a:cs typeface="Calibri"/>
              </a:rPr>
              <a:t>screen</a:t>
            </a:r>
            <a:r>
              <a:rPr dirty="0" sz="1200" spc="-20" i="1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3C5466"/>
                </a:solidFill>
                <a:latin typeface="Calibri"/>
                <a:cs typeface="Calibri"/>
              </a:rPr>
              <a:t>sketches</a:t>
            </a:r>
            <a:r>
              <a:rPr dirty="0" sz="1200" spc="-20" i="1">
                <a:solidFill>
                  <a:srgbClr val="3C5466"/>
                </a:solidFill>
                <a:latin typeface="Calibri"/>
                <a:cs typeface="Calibri"/>
              </a:rPr>
              <a:t> here.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663" y="268224"/>
            <a:ext cx="4128135" cy="836294"/>
            <a:chOff x="359663" y="268224"/>
            <a:chExt cx="4128135" cy="836294"/>
          </a:xfrm>
        </p:grpSpPr>
        <p:sp>
          <p:nvSpPr>
            <p:cNvPr id="3" name="object 3"/>
            <p:cNvSpPr/>
            <p:nvPr/>
          </p:nvSpPr>
          <p:spPr>
            <a:xfrm>
              <a:off x="366140" y="274701"/>
              <a:ext cx="4114800" cy="822960"/>
            </a:xfrm>
            <a:custGeom>
              <a:avLst/>
              <a:gdLst/>
              <a:ahLst/>
              <a:cxnLst/>
              <a:rect l="l" t="t" r="r" b="b"/>
              <a:pathLst>
                <a:path w="4114800" h="822960">
                  <a:moveTo>
                    <a:pt x="4005072" y="0"/>
                  </a:moveTo>
                  <a:lnTo>
                    <a:pt x="109728" y="0"/>
                  </a:lnTo>
                  <a:lnTo>
                    <a:pt x="67015" y="8626"/>
                  </a:lnTo>
                  <a:lnTo>
                    <a:pt x="32137" y="32146"/>
                  </a:lnTo>
                  <a:lnTo>
                    <a:pt x="8622" y="67026"/>
                  </a:lnTo>
                  <a:lnTo>
                    <a:pt x="0" y="109727"/>
                  </a:lnTo>
                  <a:lnTo>
                    <a:pt x="0" y="713231"/>
                  </a:lnTo>
                  <a:lnTo>
                    <a:pt x="8622" y="755933"/>
                  </a:lnTo>
                  <a:lnTo>
                    <a:pt x="32137" y="790813"/>
                  </a:lnTo>
                  <a:lnTo>
                    <a:pt x="67015" y="814333"/>
                  </a:lnTo>
                  <a:lnTo>
                    <a:pt x="109728" y="822959"/>
                  </a:lnTo>
                  <a:lnTo>
                    <a:pt x="4005072" y="822959"/>
                  </a:lnTo>
                  <a:lnTo>
                    <a:pt x="4047773" y="814333"/>
                  </a:lnTo>
                  <a:lnTo>
                    <a:pt x="4082653" y="790813"/>
                  </a:lnTo>
                  <a:lnTo>
                    <a:pt x="4106173" y="755933"/>
                  </a:lnTo>
                  <a:lnTo>
                    <a:pt x="4114800" y="713231"/>
                  </a:lnTo>
                  <a:lnTo>
                    <a:pt x="4114800" y="109727"/>
                  </a:lnTo>
                  <a:lnTo>
                    <a:pt x="4106173" y="67026"/>
                  </a:lnTo>
                  <a:lnTo>
                    <a:pt x="4082653" y="32146"/>
                  </a:lnTo>
                  <a:lnTo>
                    <a:pt x="4047773" y="8626"/>
                  </a:lnTo>
                  <a:lnTo>
                    <a:pt x="4005072" y="0"/>
                  </a:lnTo>
                  <a:close/>
                </a:path>
              </a:pathLst>
            </a:custGeom>
            <a:solidFill>
              <a:srgbClr val="053A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6140" y="274701"/>
              <a:ext cx="4114800" cy="822960"/>
            </a:xfrm>
            <a:custGeom>
              <a:avLst/>
              <a:gdLst/>
              <a:ahLst/>
              <a:cxnLst/>
              <a:rect l="l" t="t" r="r" b="b"/>
              <a:pathLst>
                <a:path w="4114800" h="822960">
                  <a:moveTo>
                    <a:pt x="0" y="109727"/>
                  </a:moveTo>
                  <a:lnTo>
                    <a:pt x="8622" y="67026"/>
                  </a:lnTo>
                  <a:lnTo>
                    <a:pt x="32137" y="32146"/>
                  </a:lnTo>
                  <a:lnTo>
                    <a:pt x="67015" y="8626"/>
                  </a:lnTo>
                  <a:lnTo>
                    <a:pt x="109728" y="0"/>
                  </a:lnTo>
                  <a:lnTo>
                    <a:pt x="4005072" y="0"/>
                  </a:lnTo>
                  <a:lnTo>
                    <a:pt x="4047773" y="8626"/>
                  </a:lnTo>
                  <a:lnTo>
                    <a:pt x="4082653" y="32146"/>
                  </a:lnTo>
                  <a:lnTo>
                    <a:pt x="4106173" y="67026"/>
                  </a:lnTo>
                  <a:lnTo>
                    <a:pt x="4114800" y="109727"/>
                  </a:lnTo>
                  <a:lnTo>
                    <a:pt x="4114800" y="713231"/>
                  </a:lnTo>
                  <a:lnTo>
                    <a:pt x="4106173" y="755933"/>
                  </a:lnTo>
                  <a:lnTo>
                    <a:pt x="4082653" y="790813"/>
                  </a:lnTo>
                  <a:lnTo>
                    <a:pt x="4047773" y="814333"/>
                  </a:lnTo>
                  <a:lnTo>
                    <a:pt x="4005072" y="822959"/>
                  </a:lnTo>
                  <a:lnTo>
                    <a:pt x="109728" y="822959"/>
                  </a:lnTo>
                  <a:lnTo>
                    <a:pt x="67015" y="814333"/>
                  </a:lnTo>
                  <a:lnTo>
                    <a:pt x="32137" y="790813"/>
                  </a:lnTo>
                  <a:lnTo>
                    <a:pt x="8622" y="755933"/>
                  </a:lnTo>
                  <a:lnTo>
                    <a:pt x="0" y="713231"/>
                  </a:lnTo>
                  <a:lnTo>
                    <a:pt x="0" y="109727"/>
                  </a:lnTo>
                  <a:close/>
                </a:path>
              </a:pathLst>
            </a:custGeom>
            <a:ln w="12954">
              <a:solidFill>
                <a:srgbClr val="053A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03301" y="411861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274320" y="0"/>
                  </a:moveTo>
                  <a:lnTo>
                    <a:pt x="225011" y="4419"/>
                  </a:lnTo>
                  <a:lnTo>
                    <a:pt x="178602" y="17161"/>
                  </a:lnTo>
                  <a:lnTo>
                    <a:pt x="135867" y="37450"/>
                  </a:lnTo>
                  <a:lnTo>
                    <a:pt x="97580" y="64513"/>
                  </a:lnTo>
                  <a:lnTo>
                    <a:pt x="64518" y="97575"/>
                  </a:lnTo>
                  <a:lnTo>
                    <a:pt x="37453" y="135861"/>
                  </a:lnTo>
                  <a:lnTo>
                    <a:pt x="17162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2" y="370042"/>
                  </a:lnTo>
                  <a:lnTo>
                    <a:pt x="37453" y="412778"/>
                  </a:lnTo>
                  <a:lnTo>
                    <a:pt x="64518" y="451064"/>
                  </a:lnTo>
                  <a:lnTo>
                    <a:pt x="97580" y="484126"/>
                  </a:lnTo>
                  <a:lnTo>
                    <a:pt x="135867" y="511189"/>
                  </a:lnTo>
                  <a:lnTo>
                    <a:pt x="178602" y="531478"/>
                  </a:lnTo>
                  <a:lnTo>
                    <a:pt x="225011" y="544220"/>
                  </a:lnTo>
                  <a:lnTo>
                    <a:pt x="274320" y="548640"/>
                  </a:lnTo>
                  <a:lnTo>
                    <a:pt x="323628" y="544220"/>
                  </a:lnTo>
                  <a:lnTo>
                    <a:pt x="370037" y="531478"/>
                  </a:lnTo>
                  <a:lnTo>
                    <a:pt x="412772" y="511189"/>
                  </a:lnTo>
                  <a:lnTo>
                    <a:pt x="451059" y="484126"/>
                  </a:lnTo>
                  <a:lnTo>
                    <a:pt x="484121" y="451064"/>
                  </a:lnTo>
                  <a:lnTo>
                    <a:pt x="511186" y="412778"/>
                  </a:lnTo>
                  <a:lnTo>
                    <a:pt x="531477" y="370042"/>
                  </a:lnTo>
                  <a:lnTo>
                    <a:pt x="544220" y="323631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7" y="178597"/>
                  </a:lnTo>
                  <a:lnTo>
                    <a:pt x="511186" y="135861"/>
                  </a:lnTo>
                  <a:lnTo>
                    <a:pt x="484121" y="97575"/>
                  </a:lnTo>
                  <a:lnTo>
                    <a:pt x="451059" y="64513"/>
                  </a:lnTo>
                  <a:lnTo>
                    <a:pt x="412772" y="37450"/>
                  </a:lnTo>
                  <a:lnTo>
                    <a:pt x="370037" y="17161"/>
                  </a:lnTo>
                  <a:lnTo>
                    <a:pt x="323628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3301" y="411861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274320"/>
                  </a:moveTo>
                  <a:lnTo>
                    <a:pt x="4419" y="225008"/>
                  </a:lnTo>
                  <a:lnTo>
                    <a:pt x="17162" y="178597"/>
                  </a:lnTo>
                  <a:lnTo>
                    <a:pt x="37453" y="135861"/>
                  </a:lnTo>
                  <a:lnTo>
                    <a:pt x="64518" y="97575"/>
                  </a:lnTo>
                  <a:lnTo>
                    <a:pt x="97580" y="64513"/>
                  </a:lnTo>
                  <a:lnTo>
                    <a:pt x="135867" y="37450"/>
                  </a:lnTo>
                  <a:lnTo>
                    <a:pt x="178602" y="17161"/>
                  </a:lnTo>
                  <a:lnTo>
                    <a:pt x="225011" y="4419"/>
                  </a:lnTo>
                  <a:lnTo>
                    <a:pt x="274320" y="0"/>
                  </a:lnTo>
                  <a:lnTo>
                    <a:pt x="323628" y="4419"/>
                  </a:lnTo>
                  <a:lnTo>
                    <a:pt x="370037" y="17161"/>
                  </a:lnTo>
                  <a:lnTo>
                    <a:pt x="412772" y="37450"/>
                  </a:lnTo>
                  <a:lnTo>
                    <a:pt x="451059" y="64513"/>
                  </a:lnTo>
                  <a:lnTo>
                    <a:pt x="484121" y="97575"/>
                  </a:lnTo>
                  <a:lnTo>
                    <a:pt x="511186" y="135861"/>
                  </a:lnTo>
                  <a:lnTo>
                    <a:pt x="531477" y="178597"/>
                  </a:lnTo>
                  <a:lnTo>
                    <a:pt x="544220" y="225008"/>
                  </a:lnTo>
                  <a:lnTo>
                    <a:pt x="548640" y="274320"/>
                  </a:lnTo>
                  <a:lnTo>
                    <a:pt x="544220" y="323631"/>
                  </a:lnTo>
                  <a:lnTo>
                    <a:pt x="531477" y="370042"/>
                  </a:lnTo>
                  <a:lnTo>
                    <a:pt x="511186" y="412778"/>
                  </a:lnTo>
                  <a:lnTo>
                    <a:pt x="484121" y="451064"/>
                  </a:lnTo>
                  <a:lnTo>
                    <a:pt x="451059" y="484126"/>
                  </a:lnTo>
                  <a:lnTo>
                    <a:pt x="412772" y="511189"/>
                  </a:lnTo>
                  <a:lnTo>
                    <a:pt x="370037" y="531478"/>
                  </a:lnTo>
                  <a:lnTo>
                    <a:pt x="323628" y="544220"/>
                  </a:lnTo>
                  <a:lnTo>
                    <a:pt x="274320" y="548640"/>
                  </a:lnTo>
                  <a:lnTo>
                    <a:pt x="225011" y="544220"/>
                  </a:lnTo>
                  <a:lnTo>
                    <a:pt x="178602" y="531478"/>
                  </a:lnTo>
                  <a:lnTo>
                    <a:pt x="135867" y="511189"/>
                  </a:lnTo>
                  <a:lnTo>
                    <a:pt x="97580" y="484126"/>
                  </a:lnTo>
                  <a:lnTo>
                    <a:pt x="64518" y="451064"/>
                  </a:lnTo>
                  <a:lnTo>
                    <a:pt x="37453" y="412778"/>
                  </a:lnTo>
                  <a:lnTo>
                    <a:pt x="17162" y="370042"/>
                  </a:lnTo>
                  <a:lnTo>
                    <a:pt x="4419" y="323631"/>
                  </a:lnTo>
                  <a:lnTo>
                    <a:pt x="0" y="274320"/>
                  </a:lnTo>
                  <a:close/>
                </a:path>
              </a:pathLst>
            </a:custGeom>
            <a:ln w="12954">
              <a:solidFill>
                <a:srgbClr val="00A89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4745" y="543306"/>
              <a:ext cx="284988" cy="28498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76019" y="547878"/>
            <a:ext cx="317690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System</a:t>
            </a:r>
            <a:r>
              <a:rPr dirty="0" sz="1500" spc="-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Architecture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500" spc="-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Working</a:t>
            </a:r>
            <a:r>
              <a:rPr dirty="0" sz="1500" spc="-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Flow</a:t>
            </a:r>
            <a:endParaRPr sz="1500">
              <a:latin typeface="Cambria"/>
              <a:cs typeface="Cambria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4657344" y="268224"/>
            <a:ext cx="4128135" cy="836294"/>
            <a:chOff x="4657344" y="268224"/>
            <a:chExt cx="4128135" cy="836294"/>
          </a:xfrm>
        </p:grpSpPr>
        <p:sp>
          <p:nvSpPr>
            <p:cNvPr id="86" name="object 86"/>
            <p:cNvSpPr/>
            <p:nvPr/>
          </p:nvSpPr>
          <p:spPr>
            <a:xfrm>
              <a:off x="4663821" y="274701"/>
              <a:ext cx="4114800" cy="822960"/>
            </a:xfrm>
            <a:custGeom>
              <a:avLst/>
              <a:gdLst/>
              <a:ahLst/>
              <a:cxnLst/>
              <a:rect l="l" t="t" r="r" b="b"/>
              <a:pathLst>
                <a:path w="4114800" h="822960">
                  <a:moveTo>
                    <a:pt x="400507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713231"/>
                  </a:lnTo>
                  <a:lnTo>
                    <a:pt x="8626" y="755933"/>
                  </a:lnTo>
                  <a:lnTo>
                    <a:pt x="32146" y="790813"/>
                  </a:lnTo>
                  <a:lnTo>
                    <a:pt x="67026" y="814333"/>
                  </a:lnTo>
                  <a:lnTo>
                    <a:pt x="109728" y="822959"/>
                  </a:lnTo>
                  <a:lnTo>
                    <a:pt x="4005072" y="822959"/>
                  </a:lnTo>
                  <a:lnTo>
                    <a:pt x="4047773" y="814333"/>
                  </a:lnTo>
                  <a:lnTo>
                    <a:pt x="4082653" y="790813"/>
                  </a:lnTo>
                  <a:lnTo>
                    <a:pt x="4106173" y="755933"/>
                  </a:lnTo>
                  <a:lnTo>
                    <a:pt x="4114800" y="713231"/>
                  </a:lnTo>
                  <a:lnTo>
                    <a:pt x="4114800" y="109727"/>
                  </a:lnTo>
                  <a:lnTo>
                    <a:pt x="4106173" y="67026"/>
                  </a:lnTo>
                  <a:lnTo>
                    <a:pt x="4082653" y="32146"/>
                  </a:lnTo>
                  <a:lnTo>
                    <a:pt x="4047773" y="8626"/>
                  </a:lnTo>
                  <a:lnTo>
                    <a:pt x="4005072" y="0"/>
                  </a:lnTo>
                  <a:close/>
                </a:path>
              </a:pathLst>
            </a:custGeom>
            <a:solidFill>
              <a:srgbClr val="055A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663821" y="274701"/>
              <a:ext cx="4114800" cy="822960"/>
            </a:xfrm>
            <a:custGeom>
              <a:avLst/>
              <a:gdLst/>
              <a:ahLst/>
              <a:cxnLst/>
              <a:rect l="l" t="t" r="r" b="b"/>
              <a:pathLst>
                <a:path w="4114800" h="82296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4005072" y="0"/>
                  </a:lnTo>
                  <a:lnTo>
                    <a:pt x="4047773" y="8626"/>
                  </a:lnTo>
                  <a:lnTo>
                    <a:pt x="4082653" y="32146"/>
                  </a:lnTo>
                  <a:lnTo>
                    <a:pt x="4106173" y="67026"/>
                  </a:lnTo>
                  <a:lnTo>
                    <a:pt x="4114800" y="109727"/>
                  </a:lnTo>
                  <a:lnTo>
                    <a:pt x="4114800" y="713231"/>
                  </a:lnTo>
                  <a:lnTo>
                    <a:pt x="4106173" y="755933"/>
                  </a:lnTo>
                  <a:lnTo>
                    <a:pt x="4082653" y="790813"/>
                  </a:lnTo>
                  <a:lnTo>
                    <a:pt x="4047773" y="814333"/>
                  </a:lnTo>
                  <a:lnTo>
                    <a:pt x="4005072" y="822959"/>
                  </a:lnTo>
                  <a:lnTo>
                    <a:pt x="109728" y="822959"/>
                  </a:lnTo>
                  <a:lnTo>
                    <a:pt x="67026" y="814333"/>
                  </a:lnTo>
                  <a:lnTo>
                    <a:pt x="32146" y="790813"/>
                  </a:lnTo>
                  <a:lnTo>
                    <a:pt x="8626" y="755933"/>
                  </a:lnTo>
                  <a:lnTo>
                    <a:pt x="0" y="713231"/>
                  </a:lnTo>
                  <a:lnTo>
                    <a:pt x="0" y="109727"/>
                  </a:lnTo>
                  <a:close/>
                </a:path>
              </a:pathLst>
            </a:custGeom>
            <a:ln w="12954">
              <a:solidFill>
                <a:srgbClr val="055A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800981" y="411861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40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800981" y="411861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40">
                  <a:moveTo>
                    <a:pt x="0" y="274320"/>
                  </a:moveTo>
                  <a:lnTo>
                    <a:pt x="4419" y="225008"/>
                  </a:lnTo>
                  <a:lnTo>
                    <a:pt x="17161" y="178597"/>
                  </a:lnTo>
                  <a:lnTo>
                    <a:pt x="37450" y="135861"/>
                  </a:lnTo>
                  <a:lnTo>
                    <a:pt x="64513" y="97575"/>
                  </a:lnTo>
                  <a:lnTo>
                    <a:pt x="97575" y="64513"/>
                  </a:lnTo>
                  <a:lnTo>
                    <a:pt x="135861" y="37450"/>
                  </a:lnTo>
                  <a:lnTo>
                    <a:pt x="178597" y="17161"/>
                  </a:lnTo>
                  <a:lnTo>
                    <a:pt x="225008" y="4419"/>
                  </a:lnTo>
                  <a:lnTo>
                    <a:pt x="274320" y="0"/>
                  </a:lnTo>
                  <a:lnTo>
                    <a:pt x="323631" y="4419"/>
                  </a:lnTo>
                  <a:lnTo>
                    <a:pt x="370042" y="17161"/>
                  </a:lnTo>
                  <a:lnTo>
                    <a:pt x="412778" y="37450"/>
                  </a:lnTo>
                  <a:lnTo>
                    <a:pt x="451064" y="64513"/>
                  </a:lnTo>
                  <a:lnTo>
                    <a:pt x="484126" y="97575"/>
                  </a:lnTo>
                  <a:lnTo>
                    <a:pt x="511189" y="135861"/>
                  </a:lnTo>
                  <a:lnTo>
                    <a:pt x="531478" y="178597"/>
                  </a:lnTo>
                  <a:lnTo>
                    <a:pt x="544220" y="225008"/>
                  </a:lnTo>
                  <a:lnTo>
                    <a:pt x="548640" y="274320"/>
                  </a:lnTo>
                  <a:lnTo>
                    <a:pt x="544220" y="323631"/>
                  </a:lnTo>
                  <a:lnTo>
                    <a:pt x="531478" y="370042"/>
                  </a:lnTo>
                  <a:lnTo>
                    <a:pt x="511189" y="412778"/>
                  </a:lnTo>
                  <a:lnTo>
                    <a:pt x="484126" y="451064"/>
                  </a:lnTo>
                  <a:lnTo>
                    <a:pt x="451064" y="484126"/>
                  </a:lnTo>
                  <a:lnTo>
                    <a:pt x="412778" y="511189"/>
                  </a:lnTo>
                  <a:lnTo>
                    <a:pt x="370042" y="531478"/>
                  </a:lnTo>
                  <a:lnTo>
                    <a:pt x="323631" y="544220"/>
                  </a:lnTo>
                  <a:lnTo>
                    <a:pt x="274320" y="548640"/>
                  </a:lnTo>
                  <a:lnTo>
                    <a:pt x="225008" y="544220"/>
                  </a:lnTo>
                  <a:lnTo>
                    <a:pt x="178597" y="531478"/>
                  </a:lnTo>
                  <a:lnTo>
                    <a:pt x="135861" y="511189"/>
                  </a:lnTo>
                  <a:lnTo>
                    <a:pt x="97575" y="484126"/>
                  </a:lnTo>
                  <a:lnTo>
                    <a:pt x="64513" y="451064"/>
                  </a:lnTo>
                  <a:lnTo>
                    <a:pt x="37450" y="412778"/>
                  </a:lnTo>
                  <a:lnTo>
                    <a:pt x="17161" y="370042"/>
                  </a:lnTo>
                  <a:lnTo>
                    <a:pt x="4419" y="323631"/>
                  </a:lnTo>
                  <a:lnTo>
                    <a:pt x="0" y="274320"/>
                  </a:lnTo>
                  <a:close/>
                </a:path>
              </a:pathLst>
            </a:custGeom>
            <a:ln w="12954">
              <a:solidFill>
                <a:srgbClr val="00A89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preencoded.png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32426" y="543306"/>
              <a:ext cx="284988" cy="284988"/>
            </a:xfrm>
            <a:prstGeom prst="rect">
              <a:avLst/>
            </a:prstGeom>
          </p:spPr>
        </p:pic>
      </p:grpSp>
      <p:sp>
        <p:nvSpPr>
          <p:cNvPr id="91" name="object 91" descr="$PPTXTitle"/>
          <p:cNvSpPr txBox="1">
            <a:spLocks noGrp="1"/>
          </p:cNvSpPr>
          <p:nvPr>
            <p:ph type="title"/>
          </p:nvPr>
        </p:nvSpPr>
        <p:spPr>
          <a:xfrm>
            <a:off x="5474208" y="467867"/>
            <a:ext cx="2447290" cy="4171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Attendance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Analytics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050" b="0" i="1">
                <a:solidFill>
                  <a:srgbClr val="DFF7F3"/>
                </a:solidFill>
                <a:latin typeface="Calibri"/>
                <a:cs typeface="Calibri"/>
              </a:rPr>
              <a:t>Turning</a:t>
            </a:r>
            <a:r>
              <a:rPr dirty="0" sz="1050" spc="-30" b="0" i="1">
                <a:solidFill>
                  <a:srgbClr val="DFF7F3"/>
                </a:solidFill>
                <a:latin typeface="Calibri"/>
                <a:cs typeface="Calibri"/>
              </a:rPr>
              <a:t> </a:t>
            </a:r>
            <a:r>
              <a:rPr dirty="0" sz="1050" b="0" i="1">
                <a:solidFill>
                  <a:srgbClr val="DFF7F3"/>
                </a:solidFill>
                <a:latin typeface="Calibri"/>
                <a:cs typeface="Calibri"/>
              </a:rPr>
              <a:t>Attendance</a:t>
            </a:r>
            <a:r>
              <a:rPr dirty="0" sz="1050" spc="-30" b="0" i="1">
                <a:solidFill>
                  <a:srgbClr val="DFF7F3"/>
                </a:solidFill>
                <a:latin typeface="Calibri"/>
                <a:cs typeface="Calibri"/>
              </a:rPr>
              <a:t> </a:t>
            </a:r>
            <a:r>
              <a:rPr dirty="0" sz="1050" b="0" i="1">
                <a:solidFill>
                  <a:srgbClr val="DFF7F3"/>
                </a:solidFill>
                <a:latin typeface="Calibri"/>
                <a:cs typeface="Calibri"/>
              </a:rPr>
              <a:t>Data</a:t>
            </a:r>
            <a:r>
              <a:rPr dirty="0" sz="1050" spc="-25" b="0" i="1">
                <a:solidFill>
                  <a:srgbClr val="DFF7F3"/>
                </a:solidFill>
                <a:latin typeface="Calibri"/>
                <a:cs typeface="Calibri"/>
              </a:rPr>
              <a:t> </a:t>
            </a:r>
            <a:r>
              <a:rPr dirty="0" sz="1050" b="0" i="1">
                <a:solidFill>
                  <a:srgbClr val="DFF7F3"/>
                </a:solidFill>
                <a:latin typeface="Calibri"/>
                <a:cs typeface="Calibri"/>
              </a:rPr>
              <a:t>into</a:t>
            </a:r>
            <a:r>
              <a:rPr dirty="0" sz="1050" spc="-25" b="0" i="1">
                <a:solidFill>
                  <a:srgbClr val="DFF7F3"/>
                </a:solidFill>
                <a:latin typeface="Calibri"/>
                <a:cs typeface="Calibri"/>
              </a:rPr>
              <a:t> </a:t>
            </a:r>
            <a:r>
              <a:rPr dirty="0" sz="1050" b="0" i="1">
                <a:solidFill>
                  <a:srgbClr val="DFF7F3"/>
                </a:solidFill>
                <a:latin typeface="Calibri"/>
                <a:cs typeface="Calibri"/>
              </a:rPr>
              <a:t>Useful</a:t>
            </a:r>
            <a:r>
              <a:rPr dirty="0" sz="1050" spc="-20" b="0" i="1">
                <a:solidFill>
                  <a:srgbClr val="DFF7F3"/>
                </a:solidFill>
                <a:latin typeface="Calibri"/>
                <a:cs typeface="Calibri"/>
              </a:rPr>
              <a:t> </a:t>
            </a:r>
            <a:r>
              <a:rPr dirty="0" sz="1050" spc="-10" b="0" i="1">
                <a:solidFill>
                  <a:srgbClr val="DFF7F3"/>
                </a:solidFill>
                <a:latin typeface="Calibri"/>
                <a:cs typeface="Calibri"/>
              </a:rPr>
              <a:t>Insights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4134" y="1158663"/>
            <a:ext cx="4265295" cy="500380"/>
            <a:chOff x="284134" y="1158663"/>
            <a:chExt cx="4265295" cy="5003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134" y="1158663"/>
              <a:ext cx="4265097" cy="5000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66141" y="1216532"/>
              <a:ext cx="4114800" cy="347980"/>
            </a:xfrm>
            <a:custGeom>
              <a:avLst/>
              <a:gdLst/>
              <a:ahLst/>
              <a:cxnLst/>
              <a:rect l="l" t="t" r="r" b="b"/>
              <a:pathLst>
                <a:path w="4114800" h="347980">
                  <a:moveTo>
                    <a:pt x="4005072" y="0"/>
                  </a:moveTo>
                  <a:lnTo>
                    <a:pt x="109728" y="0"/>
                  </a:lnTo>
                  <a:lnTo>
                    <a:pt x="67015" y="8626"/>
                  </a:lnTo>
                  <a:lnTo>
                    <a:pt x="32137" y="32146"/>
                  </a:lnTo>
                  <a:lnTo>
                    <a:pt x="8622" y="67026"/>
                  </a:lnTo>
                  <a:lnTo>
                    <a:pt x="0" y="109727"/>
                  </a:lnTo>
                  <a:lnTo>
                    <a:pt x="0" y="237743"/>
                  </a:lnTo>
                  <a:lnTo>
                    <a:pt x="8622" y="280445"/>
                  </a:lnTo>
                  <a:lnTo>
                    <a:pt x="32137" y="315325"/>
                  </a:lnTo>
                  <a:lnTo>
                    <a:pt x="67015" y="338845"/>
                  </a:lnTo>
                  <a:lnTo>
                    <a:pt x="109728" y="347471"/>
                  </a:lnTo>
                  <a:lnTo>
                    <a:pt x="4005072" y="347471"/>
                  </a:lnTo>
                  <a:lnTo>
                    <a:pt x="4047773" y="338845"/>
                  </a:lnTo>
                  <a:lnTo>
                    <a:pt x="4082653" y="315325"/>
                  </a:lnTo>
                  <a:lnTo>
                    <a:pt x="4106173" y="280445"/>
                  </a:lnTo>
                  <a:lnTo>
                    <a:pt x="4114800" y="237743"/>
                  </a:lnTo>
                  <a:lnTo>
                    <a:pt x="4114800" y="109727"/>
                  </a:lnTo>
                  <a:lnTo>
                    <a:pt x="4106173" y="67026"/>
                  </a:lnTo>
                  <a:lnTo>
                    <a:pt x="4082653" y="32146"/>
                  </a:lnTo>
                  <a:lnTo>
                    <a:pt x="4047773" y="8626"/>
                  </a:lnTo>
                  <a:lnTo>
                    <a:pt x="40050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66141" y="1216532"/>
              <a:ext cx="4114800" cy="347980"/>
            </a:xfrm>
            <a:custGeom>
              <a:avLst/>
              <a:gdLst/>
              <a:ahLst/>
              <a:cxnLst/>
              <a:rect l="l" t="t" r="r" b="b"/>
              <a:pathLst>
                <a:path w="4114800" h="347980">
                  <a:moveTo>
                    <a:pt x="0" y="109727"/>
                  </a:moveTo>
                  <a:lnTo>
                    <a:pt x="8622" y="67026"/>
                  </a:lnTo>
                  <a:lnTo>
                    <a:pt x="32137" y="32146"/>
                  </a:lnTo>
                  <a:lnTo>
                    <a:pt x="67015" y="8626"/>
                  </a:lnTo>
                  <a:lnTo>
                    <a:pt x="109728" y="0"/>
                  </a:lnTo>
                  <a:lnTo>
                    <a:pt x="4005072" y="0"/>
                  </a:lnTo>
                  <a:lnTo>
                    <a:pt x="4047773" y="8626"/>
                  </a:lnTo>
                  <a:lnTo>
                    <a:pt x="4082653" y="32146"/>
                  </a:lnTo>
                  <a:lnTo>
                    <a:pt x="4106173" y="67026"/>
                  </a:lnTo>
                  <a:lnTo>
                    <a:pt x="4114800" y="109727"/>
                  </a:lnTo>
                  <a:lnTo>
                    <a:pt x="4114800" y="237743"/>
                  </a:lnTo>
                  <a:lnTo>
                    <a:pt x="4106173" y="280445"/>
                  </a:lnTo>
                  <a:lnTo>
                    <a:pt x="4082653" y="315325"/>
                  </a:lnTo>
                  <a:lnTo>
                    <a:pt x="4047773" y="338845"/>
                  </a:lnTo>
                  <a:lnTo>
                    <a:pt x="4005072" y="347471"/>
                  </a:lnTo>
                  <a:lnTo>
                    <a:pt x="109728" y="347471"/>
                  </a:lnTo>
                  <a:lnTo>
                    <a:pt x="67015" y="338845"/>
                  </a:lnTo>
                  <a:lnTo>
                    <a:pt x="32137" y="315325"/>
                  </a:lnTo>
                  <a:lnTo>
                    <a:pt x="8622" y="280445"/>
                  </a:lnTo>
                  <a:lnTo>
                    <a:pt x="0" y="237743"/>
                  </a:lnTo>
                  <a:lnTo>
                    <a:pt x="0" y="109727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7581" y="1243964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4">
                  <a:moveTo>
                    <a:pt x="146304" y="0"/>
                  </a:move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3"/>
                  </a:lnTo>
                  <a:lnTo>
                    <a:pt x="7459" y="192536"/>
                  </a:lnTo>
                  <a:lnTo>
                    <a:pt x="28229" y="232696"/>
                  </a:lnTo>
                  <a:lnTo>
                    <a:pt x="59900" y="264371"/>
                  </a:lnTo>
                  <a:lnTo>
                    <a:pt x="100062" y="285146"/>
                  </a:lnTo>
                  <a:lnTo>
                    <a:pt x="146304" y="292607"/>
                  </a:lnTo>
                  <a:lnTo>
                    <a:pt x="192545" y="285146"/>
                  </a:lnTo>
                  <a:lnTo>
                    <a:pt x="232707" y="264371"/>
                  </a:lnTo>
                  <a:lnTo>
                    <a:pt x="264378" y="232696"/>
                  </a:lnTo>
                  <a:lnTo>
                    <a:pt x="285148" y="192536"/>
                  </a:lnTo>
                  <a:lnTo>
                    <a:pt x="292608" y="146303"/>
                  </a:lnTo>
                  <a:lnTo>
                    <a:pt x="285148" y="100071"/>
                  </a:lnTo>
                  <a:lnTo>
                    <a:pt x="264378" y="59911"/>
                  </a:lnTo>
                  <a:lnTo>
                    <a:pt x="232707" y="28236"/>
                  </a:lnTo>
                  <a:lnTo>
                    <a:pt x="192545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7581" y="1243964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4">
                  <a:moveTo>
                    <a:pt x="0" y="146303"/>
                  </a:moveTo>
                  <a:lnTo>
                    <a:pt x="7459" y="100071"/>
                  </a:lnTo>
                  <a:lnTo>
                    <a:pt x="28229" y="59911"/>
                  </a:lnTo>
                  <a:lnTo>
                    <a:pt x="59900" y="28236"/>
                  </a:lnTo>
                  <a:lnTo>
                    <a:pt x="100062" y="7461"/>
                  </a:lnTo>
                  <a:lnTo>
                    <a:pt x="146304" y="0"/>
                  </a:lnTo>
                  <a:lnTo>
                    <a:pt x="192545" y="7461"/>
                  </a:lnTo>
                  <a:lnTo>
                    <a:pt x="232707" y="28236"/>
                  </a:lnTo>
                  <a:lnTo>
                    <a:pt x="264378" y="59911"/>
                  </a:lnTo>
                  <a:lnTo>
                    <a:pt x="285148" y="100071"/>
                  </a:lnTo>
                  <a:lnTo>
                    <a:pt x="292608" y="146303"/>
                  </a:lnTo>
                  <a:lnTo>
                    <a:pt x="285148" y="192536"/>
                  </a:lnTo>
                  <a:lnTo>
                    <a:pt x="264378" y="232696"/>
                  </a:lnTo>
                  <a:lnTo>
                    <a:pt x="232707" y="264371"/>
                  </a:lnTo>
                  <a:lnTo>
                    <a:pt x="192545" y="285146"/>
                  </a:lnTo>
                  <a:lnTo>
                    <a:pt x="146304" y="292607"/>
                  </a:lnTo>
                  <a:lnTo>
                    <a:pt x="100062" y="285146"/>
                  </a:lnTo>
                  <a:lnTo>
                    <a:pt x="59900" y="264371"/>
                  </a:lnTo>
                  <a:lnTo>
                    <a:pt x="28229" y="232696"/>
                  </a:lnTo>
                  <a:lnTo>
                    <a:pt x="7459" y="192536"/>
                  </a:lnTo>
                  <a:lnTo>
                    <a:pt x="0" y="146303"/>
                  </a:lnTo>
                  <a:close/>
                </a:path>
              </a:pathLst>
            </a:custGeom>
            <a:ln w="12954">
              <a:solidFill>
                <a:srgbClr val="02809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304" y="1313687"/>
              <a:ext cx="152400" cy="1524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01700" y="1272286"/>
            <a:ext cx="146494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053A50"/>
                </a:solidFill>
                <a:latin typeface="Calibri"/>
                <a:cs typeface="Calibri"/>
              </a:rPr>
              <a:t>Student</a:t>
            </a:r>
            <a:r>
              <a:rPr dirty="0" sz="1250" spc="-45" b="1">
                <a:solidFill>
                  <a:srgbClr val="053A50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53A50"/>
                </a:solidFill>
                <a:latin typeface="Calibri"/>
                <a:cs typeface="Calibri"/>
              </a:rPr>
              <a:t>Identification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6793" y="1516392"/>
            <a:ext cx="4319905" cy="553085"/>
            <a:chOff x="256793" y="1516392"/>
            <a:chExt cx="4319905" cy="55308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93" y="1516392"/>
              <a:ext cx="4319778" cy="55269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66140" y="1600581"/>
              <a:ext cx="4114800" cy="347980"/>
            </a:xfrm>
            <a:custGeom>
              <a:avLst/>
              <a:gdLst/>
              <a:ahLst/>
              <a:cxnLst/>
              <a:rect l="l" t="t" r="r" b="b"/>
              <a:pathLst>
                <a:path w="4114800" h="347980">
                  <a:moveTo>
                    <a:pt x="4005072" y="0"/>
                  </a:moveTo>
                  <a:lnTo>
                    <a:pt x="109728" y="0"/>
                  </a:lnTo>
                  <a:lnTo>
                    <a:pt x="67015" y="8626"/>
                  </a:lnTo>
                  <a:lnTo>
                    <a:pt x="32137" y="32146"/>
                  </a:lnTo>
                  <a:lnTo>
                    <a:pt x="8622" y="67026"/>
                  </a:lnTo>
                  <a:lnTo>
                    <a:pt x="0" y="109727"/>
                  </a:lnTo>
                  <a:lnTo>
                    <a:pt x="0" y="237743"/>
                  </a:lnTo>
                  <a:lnTo>
                    <a:pt x="8622" y="280445"/>
                  </a:lnTo>
                  <a:lnTo>
                    <a:pt x="32137" y="315325"/>
                  </a:lnTo>
                  <a:lnTo>
                    <a:pt x="67015" y="338845"/>
                  </a:lnTo>
                  <a:lnTo>
                    <a:pt x="109728" y="347471"/>
                  </a:lnTo>
                  <a:lnTo>
                    <a:pt x="4005072" y="347471"/>
                  </a:lnTo>
                  <a:lnTo>
                    <a:pt x="4047773" y="338845"/>
                  </a:lnTo>
                  <a:lnTo>
                    <a:pt x="4082653" y="315325"/>
                  </a:lnTo>
                  <a:lnTo>
                    <a:pt x="4106173" y="280445"/>
                  </a:lnTo>
                  <a:lnTo>
                    <a:pt x="4114800" y="237743"/>
                  </a:lnTo>
                  <a:lnTo>
                    <a:pt x="4114800" y="109727"/>
                  </a:lnTo>
                  <a:lnTo>
                    <a:pt x="4106173" y="67026"/>
                  </a:lnTo>
                  <a:lnTo>
                    <a:pt x="4082653" y="32146"/>
                  </a:lnTo>
                  <a:lnTo>
                    <a:pt x="4047773" y="8626"/>
                  </a:lnTo>
                  <a:lnTo>
                    <a:pt x="40050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66140" y="1600581"/>
              <a:ext cx="4114800" cy="347980"/>
            </a:xfrm>
            <a:custGeom>
              <a:avLst/>
              <a:gdLst/>
              <a:ahLst/>
              <a:cxnLst/>
              <a:rect l="l" t="t" r="r" b="b"/>
              <a:pathLst>
                <a:path w="4114800" h="347980">
                  <a:moveTo>
                    <a:pt x="0" y="109727"/>
                  </a:moveTo>
                  <a:lnTo>
                    <a:pt x="8622" y="67026"/>
                  </a:lnTo>
                  <a:lnTo>
                    <a:pt x="32137" y="32146"/>
                  </a:lnTo>
                  <a:lnTo>
                    <a:pt x="67015" y="8626"/>
                  </a:lnTo>
                  <a:lnTo>
                    <a:pt x="109728" y="0"/>
                  </a:lnTo>
                  <a:lnTo>
                    <a:pt x="4005072" y="0"/>
                  </a:lnTo>
                  <a:lnTo>
                    <a:pt x="4047773" y="8626"/>
                  </a:lnTo>
                  <a:lnTo>
                    <a:pt x="4082653" y="32146"/>
                  </a:lnTo>
                  <a:lnTo>
                    <a:pt x="4106173" y="67026"/>
                  </a:lnTo>
                  <a:lnTo>
                    <a:pt x="4114800" y="109727"/>
                  </a:lnTo>
                  <a:lnTo>
                    <a:pt x="4114800" y="237743"/>
                  </a:lnTo>
                  <a:lnTo>
                    <a:pt x="4106173" y="280445"/>
                  </a:lnTo>
                  <a:lnTo>
                    <a:pt x="4082653" y="315325"/>
                  </a:lnTo>
                  <a:lnTo>
                    <a:pt x="4047773" y="338845"/>
                  </a:lnTo>
                  <a:lnTo>
                    <a:pt x="4005072" y="347471"/>
                  </a:lnTo>
                  <a:lnTo>
                    <a:pt x="109728" y="347471"/>
                  </a:lnTo>
                  <a:lnTo>
                    <a:pt x="67015" y="338845"/>
                  </a:lnTo>
                  <a:lnTo>
                    <a:pt x="32137" y="315325"/>
                  </a:lnTo>
                  <a:lnTo>
                    <a:pt x="8622" y="280445"/>
                  </a:lnTo>
                  <a:lnTo>
                    <a:pt x="0" y="237743"/>
                  </a:lnTo>
                  <a:lnTo>
                    <a:pt x="0" y="109727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57580" y="1628013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4" y="0"/>
                  </a:move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3"/>
                  </a:lnTo>
                  <a:lnTo>
                    <a:pt x="7459" y="192536"/>
                  </a:lnTo>
                  <a:lnTo>
                    <a:pt x="28229" y="232696"/>
                  </a:lnTo>
                  <a:lnTo>
                    <a:pt x="59900" y="264371"/>
                  </a:lnTo>
                  <a:lnTo>
                    <a:pt x="100062" y="285146"/>
                  </a:lnTo>
                  <a:lnTo>
                    <a:pt x="146304" y="292607"/>
                  </a:lnTo>
                  <a:lnTo>
                    <a:pt x="192545" y="285146"/>
                  </a:lnTo>
                  <a:lnTo>
                    <a:pt x="232707" y="264371"/>
                  </a:lnTo>
                  <a:lnTo>
                    <a:pt x="264378" y="232696"/>
                  </a:lnTo>
                  <a:lnTo>
                    <a:pt x="285148" y="192536"/>
                  </a:lnTo>
                  <a:lnTo>
                    <a:pt x="292608" y="146303"/>
                  </a:lnTo>
                  <a:lnTo>
                    <a:pt x="285148" y="100071"/>
                  </a:lnTo>
                  <a:lnTo>
                    <a:pt x="264378" y="59911"/>
                  </a:lnTo>
                  <a:lnTo>
                    <a:pt x="232707" y="28236"/>
                  </a:lnTo>
                  <a:lnTo>
                    <a:pt x="192545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055A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57580" y="1628013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303"/>
                  </a:moveTo>
                  <a:lnTo>
                    <a:pt x="7459" y="100071"/>
                  </a:lnTo>
                  <a:lnTo>
                    <a:pt x="28229" y="59911"/>
                  </a:lnTo>
                  <a:lnTo>
                    <a:pt x="59900" y="28236"/>
                  </a:lnTo>
                  <a:lnTo>
                    <a:pt x="100062" y="7461"/>
                  </a:lnTo>
                  <a:lnTo>
                    <a:pt x="146304" y="0"/>
                  </a:lnTo>
                  <a:lnTo>
                    <a:pt x="192545" y="7461"/>
                  </a:lnTo>
                  <a:lnTo>
                    <a:pt x="232707" y="28236"/>
                  </a:lnTo>
                  <a:lnTo>
                    <a:pt x="264378" y="59911"/>
                  </a:lnTo>
                  <a:lnTo>
                    <a:pt x="285148" y="100071"/>
                  </a:lnTo>
                  <a:lnTo>
                    <a:pt x="292608" y="146303"/>
                  </a:lnTo>
                  <a:lnTo>
                    <a:pt x="285148" y="192536"/>
                  </a:lnTo>
                  <a:lnTo>
                    <a:pt x="264378" y="232696"/>
                  </a:lnTo>
                  <a:lnTo>
                    <a:pt x="232707" y="264371"/>
                  </a:lnTo>
                  <a:lnTo>
                    <a:pt x="192545" y="285146"/>
                  </a:lnTo>
                  <a:lnTo>
                    <a:pt x="146304" y="292607"/>
                  </a:lnTo>
                  <a:lnTo>
                    <a:pt x="100062" y="285146"/>
                  </a:lnTo>
                  <a:lnTo>
                    <a:pt x="59900" y="264371"/>
                  </a:lnTo>
                  <a:lnTo>
                    <a:pt x="28229" y="232696"/>
                  </a:lnTo>
                  <a:lnTo>
                    <a:pt x="7459" y="192536"/>
                  </a:lnTo>
                  <a:lnTo>
                    <a:pt x="0" y="146303"/>
                  </a:lnTo>
                  <a:close/>
                </a:path>
              </a:pathLst>
            </a:custGeom>
            <a:ln w="12954">
              <a:solidFill>
                <a:srgbClr val="055A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7303" y="1697736"/>
              <a:ext cx="152400" cy="1524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01700" y="1656333"/>
            <a:ext cx="134366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053A50"/>
                </a:solidFill>
                <a:latin typeface="Calibri"/>
                <a:cs typeface="Calibri"/>
              </a:rPr>
              <a:t>Attendance</a:t>
            </a:r>
            <a:r>
              <a:rPr dirty="0" sz="1250" spc="-25" b="1">
                <a:solidFill>
                  <a:srgbClr val="053A50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53A50"/>
                </a:solidFill>
                <a:latin typeface="Calibri"/>
                <a:cs typeface="Calibri"/>
              </a:rPr>
              <a:t>Capture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56793" y="1900440"/>
            <a:ext cx="4319905" cy="553085"/>
            <a:chOff x="256793" y="1900440"/>
            <a:chExt cx="4319905" cy="553085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93" y="1900440"/>
              <a:ext cx="4319778" cy="55269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66140" y="1984629"/>
              <a:ext cx="4114800" cy="347980"/>
            </a:xfrm>
            <a:custGeom>
              <a:avLst/>
              <a:gdLst/>
              <a:ahLst/>
              <a:cxnLst/>
              <a:rect l="l" t="t" r="r" b="b"/>
              <a:pathLst>
                <a:path w="4114800" h="347980">
                  <a:moveTo>
                    <a:pt x="4005072" y="0"/>
                  </a:moveTo>
                  <a:lnTo>
                    <a:pt x="109728" y="0"/>
                  </a:lnTo>
                  <a:lnTo>
                    <a:pt x="67015" y="8626"/>
                  </a:lnTo>
                  <a:lnTo>
                    <a:pt x="32137" y="32146"/>
                  </a:lnTo>
                  <a:lnTo>
                    <a:pt x="8622" y="67026"/>
                  </a:lnTo>
                  <a:lnTo>
                    <a:pt x="0" y="109728"/>
                  </a:lnTo>
                  <a:lnTo>
                    <a:pt x="0" y="237744"/>
                  </a:lnTo>
                  <a:lnTo>
                    <a:pt x="8622" y="280445"/>
                  </a:lnTo>
                  <a:lnTo>
                    <a:pt x="32137" y="315325"/>
                  </a:lnTo>
                  <a:lnTo>
                    <a:pt x="67015" y="338845"/>
                  </a:lnTo>
                  <a:lnTo>
                    <a:pt x="109728" y="347472"/>
                  </a:lnTo>
                  <a:lnTo>
                    <a:pt x="4005072" y="347472"/>
                  </a:lnTo>
                  <a:lnTo>
                    <a:pt x="4047773" y="338845"/>
                  </a:lnTo>
                  <a:lnTo>
                    <a:pt x="4082653" y="315325"/>
                  </a:lnTo>
                  <a:lnTo>
                    <a:pt x="4106173" y="280445"/>
                  </a:lnTo>
                  <a:lnTo>
                    <a:pt x="4114800" y="237744"/>
                  </a:lnTo>
                  <a:lnTo>
                    <a:pt x="4114800" y="109728"/>
                  </a:lnTo>
                  <a:lnTo>
                    <a:pt x="4106173" y="67026"/>
                  </a:lnTo>
                  <a:lnTo>
                    <a:pt x="4082653" y="32146"/>
                  </a:lnTo>
                  <a:lnTo>
                    <a:pt x="4047773" y="8626"/>
                  </a:lnTo>
                  <a:lnTo>
                    <a:pt x="40050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66140" y="1984629"/>
              <a:ext cx="4114800" cy="347980"/>
            </a:xfrm>
            <a:custGeom>
              <a:avLst/>
              <a:gdLst/>
              <a:ahLst/>
              <a:cxnLst/>
              <a:rect l="l" t="t" r="r" b="b"/>
              <a:pathLst>
                <a:path w="4114800" h="347980">
                  <a:moveTo>
                    <a:pt x="0" y="109728"/>
                  </a:moveTo>
                  <a:lnTo>
                    <a:pt x="8622" y="67026"/>
                  </a:lnTo>
                  <a:lnTo>
                    <a:pt x="32137" y="32146"/>
                  </a:lnTo>
                  <a:lnTo>
                    <a:pt x="67015" y="8626"/>
                  </a:lnTo>
                  <a:lnTo>
                    <a:pt x="109728" y="0"/>
                  </a:lnTo>
                  <a:lnTo>
                    <a:pt x="4005072" y="0"/>
                  </a:lnTo>
                  <a:lnTo>
                    <a:pt x="4047773" y="8626"/>
                  </a:lnTo>
                  <a:lnTo>
                    <a:pt x="4082653" y="32146"/>
                  </a:lnTo>
                  <a:lnTo>
                    <a:pt x="4106173" y="67026"/>
                  </a:lnTo>
                  <a:lnTo>
                    <a:pt x="4114800" y="109728"/>
                  </a:lnTo>
                  <a:lnTo>
                    <a:pt x="4114800" y="237744"/>
                  </a:lnTo>
                  <a:lnTo>
                    <a:pt x="4106173" y="280445"/>
                  </a:lnTo>
                  <a:lnTo>
                    <a:pt x="4082653" y="315325"/>
                  </a:lnTo>
                  <a:lnTo>
                    <a:pt x="4047773" y="338845"/>
                  </a:lnTo>
                  <a:lnTo>
                    <a:pt x="4005072" y="347472"/>
                  </a:lnTo>
                  <a:lnTo>
                    <a:pt x="109728" y="347472"/>
                  </a:lnTo>
                  <a:lnTo>
                    <a:pt x="67015" y="338845"/>
                  </a:lnTo>
                  <a:lnTo>
                    <a:pt x="32137" y="315325"/>
                  </a:lnTo>
                  <a:lnTo>
                    <a:pt x="8622" y="280445"/>
                  </a:lnTo>
                  <a:lnTo>
                    <a:pt x="0" y="237744"/>
                  </a:lnTo>
                  <a:lnTo>
                    <a:pt x="0" y="109728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57580" y="2012061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4" y="0"/>
                  </a:move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4"/>
                  </a:lnTo>
                  <a:lnTo>
                    <a:pt x="7459" y="192536"/>
                  </a:lnTo>
                  <a:lnTo>
                    <a:pt x="28229" y="232696"/>
                  </a:lnTo>
                  <a:lnTo>
                    <a:pt x="59900" y="264371"/>
                  </a:lnTo>
                  <a:lnTo>
                    <a:pt x="100062" y="285146"/>
                  </a:lnTo>
                  <a:lnTo>
                    <a:pt x="146304" y="292608"/>
                  </a:lnTo>
                  <a:lnTo>
                    <a:pt x="192545" y="285146"/>
                  </a:lnTo>
                  <a:lnTo>
                    <a:pt x="232707" y="264371"/>
                  </a:lnTo>
                  <a:lnTo>
                    <a:pt x="264378" y="232696"/>
                  </a:lnTo>
                  <a:lnTo>
                    <a:pt x="285148" y="192536"/>
                  </a:lnTo>
                  <a:lnTo>
                    <a:pt x="292608" y="146304"/>
                  </a:lnTo>
                  <a:lnTo>
                    <a:pt x="285148" y="100071"/>
                  </a:lnTo>
                  <a:lnTo>
                    <a:pt x="264378" y="59911"/>
                  </a:lnTo>
                  <a:lnTo>
                    <a:pt x="232707" y="28236"/>
                  </a:lnTo>
                  <a:lnTo>
                    <a:pt x="192545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57580" y="2012061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304"/>
                  </a:moveTo>
                  <a:lnTo>
                    <a:pt x="7459" y="100071"/>
                  </a:lnTo>
                  <a:lnTo>
                    <a:pt x="28229" y="59911"/>
                  </a:lnTo>
                  <a:lnTo>
                    <a:pt x="59900" y="28236"/>
                  </a:lnTo>
                  <a:lnTo>
                    <a:pt x="100062" y="7461"/>
                  </a:lnTo>
                  <a:lnTo>
                    <a:pt x="146304" y="0"/>
                  </a:lnTo>
                  <a:lnTo>
                    <a:pt x="192545" y="7461"/>
                  </a:lnTo>
                  <a:lnTo>
                    <a:pt x="232707" y="28236"/>
                  </a:lnTo>
                  <a:lnTo>
                    <a:pt x="264378" y="59911"/>
                  </a:lnTo>
                  <a:lnTo>
                    <a:pt x="285148" y="100071"/>
                  </a:lnTo>
                  <a:lnTo>
                    <a:pt x="292608" y="146304"/>
                  </a:lnTo>
                  <a:lnTo>
                    <a:pt x="285148" y="192536"/>
                  </a:lnTo>
                  <a:lnTo>
                    <a:pt x="264378" y="232696"/>
                  </a:lnTo>
                  <a:lnTo>
                    <a:pt x="232707" y="264371"/>
                  </a:lnTo>
                  <a:lnTo>
                    <a:pt x="192545" y="285146"/>
                  </a:lnTo>
                  <a:lnTo>
                    <a:pt x="146304" y="292608"/>
                  </a:lnTo>
                  <a:lnTo>
                    <a:pt x="100062" y="285146"/>
                  </a:lnTo>
                  <a:lnTo>
                    <a:pt x="59900" y="264371"/>
                  </a:lnTo>
                  <a:lnTo>
                    <a:pt x="28229" y="232696"/>
                  </a:lnTo>
                  <a:lnTo>
                    <a:pt x="7459" y="192536"/>
                  </a:lnTo>
                  <a:lnTo>
                    <a:pt x="0" y="146304"/>
                  </a:lnTo>
                  <a:close/>
                </a:path>
              </a:pathLst>
            </a:custGeom>
            <a:ln w="12954">
              <a:solidFill>
                <a:srgbClr val="02809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7303" y="2081784"/>
              <a:ext cx="152400" cy="15240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901700" y="2040382"/>
            <a:ext cx="157861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053A50"/>
                </a:solidFill>
                <a:latin typeface="Calibri"/>
                <a:cs typeface="Calibri"/>
              </a:rPr>
              <a:t>Attendance</a:t>
            </a:r>
            <a:r>
              <a:rPr dirty="0" sz="1250" spc="-25" b="1">
                <a:solidFill>
                  <a:srgbClr val="053A50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53A50"/>
                </a:solidFill>
                <a:latin typeface="Calibri"/>
                <a:cs typeface="Calibri"/>
              </a:rPr>
              <a:t>Verification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4657344" y="1228344"/>
            <a:ext cx="4128135" cy="973455"/>
            <a:chOff x="4657344" y="1228344"/>
            <a:chExt cx="4128135" cy="973455"/>
          </a:xfrm>
        </p:grpSpPr>
        <p:sp>
          <p:nvSpPr>
            <p:cNvPr id="93" name="object 93"/>
            <p:cNvSpPr/>
            <p:nvPr/>
          </p:nvSpPr>
          <p:spPr>
            <a:xfrm>
              <a:off x="4663821" y="1234821"/>
              <a:ext cx="4114800" cy="960119"/>
            </a:xfrm>
            <a:custGeom>
              <a:avLst/>
              <a:gdLst/>
              <a:ahLst/>
              <a:cxnLst/>
              <a:rect l="l" t="t" r="r" b="b"/>
              <a:pathLst>
                <a:path w="4114800" h="960119">
                  <a:moveTo>
                    <a:pt x="400507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850391"/>
                  </a:lnTo>
                  <a:lnTo>
                    <a:pt x="8626" y="893093"/>
                  </a:lnTo>
                  <a:lnTo>
                    <a:pt x="32146" y="927973"/>
                  </a:lnTo>
                  <a:lnTo>
                    <a:pt x="67026" y="951493"/>
                  </a:lnTo>
                  <a:lnTo>
                    <a:pt x="109728" y="960119"/>
                  </a:lnTo>
                  <a:lnTo>
                    <a:pt x="4005072" y="960119"/>
                  </a:lnTo>
                  <a:lnTo>
                    <a:pt x="4047773" y="951493"/>
                  </a:lnTo>
                  <a:lnTo>
                    <a:pt x="4082653" y="927973"/>
                  </a:lnTo>
                  <a:lnTo>
                    <a:pt x="4106173" y="893093"/>
                  </a:lnTo>
                  <a:lnTo>
                    <a:pt x="4114800" y="850391"/>
                  </a:lnTo>
                  <a:lnTo>
                    <a:pt x="4114800" y="109727"/>
                  </a:lnTo>
                  <a:lnTo>
                    <a:pt x="4106173" y="67026"/>
                  </a:lnTo>
                  <a:lnTo>
                    <a:pt x="4082653" y="32146"/>
                  </a:lnTo>
                  <a:lnTo>
                    <a:pt x="4047773" y="8626"/>
                  </a:lnTo>
                  <a:lnTo>
                    <a:pt x="4005072" y="0"/>
                  </a:lnTo>
                  <a:close/>
                </a:path>
              </a:pathLst>
            </a:custGeom>
            <a:solidFill>
              <a:srgbClr val="053A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4663821" y="1234821"/>
              <a:ext cx="4114800" cy="960119"/>
            </a:xfrm>
            <a:custGeom>
              <a:avLst/>
              <a:gdLst/>
              <a:ahLst/>
              <a:cxnLst/>
              <a:rect l="l" t="t" r="r" b="b"/>
              <a:pathLst>
                <a:path w="4114800" h="960119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4005072" y="0"/>
                  </a:lnTo>
                  <a:lnTo>
                    <a:pt x="4047773" y="8626"/>
                  </a:lnTo>
                  <a:lnTo>
                    <a:pt x="4082653" y="32146"/>
                  </a:lnTo>
                  <a:lnTo>
                    <a:pt x="4106173" y="67026"/>
                  </a:lnTo>
                  <a:lnTo>
                    <a:pt x="4114800" y="109727"/>
                  </a:lnTo>
                  <a:lnTo>
                    <a:pt x="4114800" y="850391"/>
                  </a:lnTo>
                  <a:lnTo>
                    <a:pt x="4106173" y="893093"/>
                  </a:lnTo>
                  <a:lnTo>
                    <a:pt x="4082653" y="927973"/>
                  </a:lnTo>
                  <a:lnTo>
                    <a:pt x="4047773" y="951493"/>
                  </a:lnTo>
                  <a:lnTo>
                    <a:pt x="4005072" y="960119"/>
                  </a:lnTo>
                  <a:lnTo>
                    <a:pt x="109728" y="960119"/>
                  </a:lnTo>
                  <a:lnTo>
                    <a:pt x="67026" y="951493"/>
                  </a:lnTo>
                  <a:lnTo>
                    <a:pt x="32146" y="927973"/>
                  </a:lnTo>
                  <a:lnTo>
                    <a:pt x="8626" y="893093"/>
                  </a:lnTo>
                  <a:lnTo>
                    <a:pt x="0" y="850391"/>
                  </a:lnTo>
                  <a:lnTo>
                    <a:pt x="0" y="109727"/>
                  </a:lnTo>
                  <a:close/>
                </a:path>
              </a:pathLst>
            </a:custGeom>
            <a:ln w="12954">
              <a:solidFill>
                <a:srgbClr val="053A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/>
          <p:cNvSpPr txBox="1"/>
          <p:nvPr/>
        </p:nvSpPr>
        <p:spPr>
          <a:xfrm>
            <a:off x="4833873" y="1419351"/>
            <a:ext cx="3021965" cy="5721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315"/>
              </a:lnSpc>
              <a:spcBef>
                <a:spcPts val="95"/>
              </a:spcBef>
            </a:pPr>
            <a:r>
              <a:rPr dirty="0" sz="1100" b="1">
                <a:solidFill>
                  <a:srgbClr val="02C39A"/>
                </a:solidFill>
                <a:latin typeface="Calibri"/>
                <a:cs typeface="Calibri"/>
              </a:rPr>
              <a:t>Individual</a:t>
            </a:r>
            <a:r>
              <a:rPr dirty="0" sz="1100" spc="-15" b="1">
                <a:solidFill>
                  <a:srgbClr val="02C39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2C39A"/>
                </a:solidFill>
                <a:latin typeface="Calibri"/>
                <a:cs typeface="Calibri"/>
              </a:rPr>
              <a:t>Attendance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435"/>
              </a:lnSpc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Attendance Percentage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560"/>
              </a:lnSpc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Classes</a:t>
            </a:r>
            <a:r>
              <a:rPr dirty="0" sz="13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Attended</a:t>
            </a:r>
            <a:r>
              <a:rPr dirty="0" sz="13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÷</a:t>
            </a:r>
            <a:r>
              <a:rPr dirty="0" sz="13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Classes</a:t>
            </a:r>
            <a:r>
              <a:rPr dirty="0" sz="13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Conducted</a:t>
            </a:r>
            <a:r>
              <a:rPr dirty="0" sz="13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×</a:t>
            </a:r>
            <a:r>
              <a:rPr dirty="0" sz="13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Calibri"/>
                <a:cs typeface="Calibri"/>
              </a:rPr>
              <a:t>100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56793" y="2284488"/>
            <a:ext cx="4319905" cy="553085"/>
            <a:chOff x="256793" y="2284488"/>
            <a:chExt cx="4319905" cy="553085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93" y="2284488"/>
              <a:ext cx="4319778" cy="55269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66140" y="2368676"/>
              <a:ext cx="4114800" cy="347980"/>
            </a:xfrm>
            <a:custGeom>
              <a:avLst/>
              <a:gdLst/>
              <a:ahLst/>
              <a:cxnLst/>
              <a:rect l="l" t="t" r="r" b="b"/>
              <a:pathLst>
                <a:path w="4114800" h="347980">
                  <a:moveTo>
                    <a:pt x="4005072" y="0"/>
                  </a:moveTo>
                  <a:lnTo>
                    <a:pt x="109728" y="0"/>
                  </a:lnTo>
                  <a:lnTo>
                    <a:pt x="67015" y="8626"/>
                  </a:lnTo>
                  <a:lnTo>
                    <a:pt x="32137" y="32146"/>
                  </a:lnTo>
                  <a:lnTo>
                    <a:pt x="8622" y="67026"/>
                  </a:lnTo>
                  <a:lnTo>
                    <a:pt x="0" y="109728"/>
                  </a:lnTo>
                  <a:lnTo>
                    <a:pt x="0" y="237744"/>
                  </a:lnTo>
                  <a:lnTo>
                    <a:pt x="8622" y="280445"/>
                  </a:lnTo>
                  <a:lnTo>
                    <a:pt x="32137" y="315325"/>
                  </a:lnTo>
                  <a:lnTo>
                    <a:pt x="67015" y="338845"/>
                  </a:lnTo>
                  <a:lnTo>
                    <a:pt x="109728" y="347472"/>
                  </a:lnTo>
                  <a:lnTo>
                    <a:pt x="4005072" y="347472"/>
                  </a:lnTo>
                  <a:lnTo>
                    <a:pt x="4047773" y="338845"/>
                  </a:lnTo>
                  <a:lnTo>
                    <a:pt x="4082653" y="315325"/>
                  </a:lnTo>
                  <a:lnTo>
                    <a:pt x="4106173" y="280445"/>
                  </a:lnTo>
                  <a:lnTo>
                    <a:pt x="4114800" y="237744"/>
                  </a:lnTo>
                  <a:lnTo>
                    <a:pt x="4114800" y="109728"/>
                  </a:lnTo>
                  <a:lnTo>
                    <a:pt x="4106173" y="67026"/>
                  </a:lnTo>
                  <a:lnTo>
                    <a:pt x="4082653" y="32146"/>
                  </a:lnTo>
                  <a:lnTo>
                    <a:pt x="4047773" y="8626"/>
                  </a:lnTo>
                  <a:lnTo>
                    <a:pt x="40050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66140" y="2368676"/>
              <a:ext cx="4114800" cy="347980"/>
            </a:xfrm>
            <a:custGeom>
              <a:avLst/>
              <a:gdLst/>
              <a:ahLst/>
              <a:cxnLst/>
              <a:rect l="l" t="t" r="r" b="b"/>
              <a:pathLst>
                <a:path w="4114800" h="347980">
                  <a:moveTo>
                    <a:pt x="0" y="109728"/>
                  </a:moveTo>
                  <a:lnTo>
                    <a:pt x="8622" y="67026"/>
                  </a:lnTo>
                  <a:lnTo>
                    <a:pt x="32137" y="32146"/>
                  </a:lnTo>
                  <a:lnTo>
                    <a:pt x="67015" y="8626"/>
                  </a:lnTo>
                  <a:lnTo>
                    <a:pt x="109728" y="0"/>
                  </a:lnTo>
                  <a:lnTo>
                    <a:pt x="4005072" y="0"/>
                  </a:lnTo>
                  <a:lnTo>
                    <a:pt x="4047773" y="8626"/>
                  </a:lnTo>
                  <a:lnTo>
                    <a:pt x="4082653" y="32146"/>
                  </a:lnTo>
                  <a:lnTo>
                    <a:pt x="4106173" y="67026"/>
                  </a:lnTo>
                  <a:lnTo>
                    <a:pt x="4114800" y="109728"/>
                  </a:lnTo>
                  <a:lnTo>
                    <a:pt x="4114800" y="237744"/>
                  </a:lnTo>
                  <a:lnTo>
                    <a:pt x="4106173" y="280445"/>
                  </a:lnTo>
                  <a:lnTo>
                    <a:pt x="4082653" y="315325"/>
                  </a:lnTo>
                  <a:lnTo>
                    <a:pt x="4047773" y="338845"/>
                  </a:lnTo>
                  <a:lnTo>
                    <a:pt x="4005072" y="347472"/>
                  </a:lnTo>
                  <a:lnTo>
                    <a:pt x="109728" y="347472"/>
                  </a:lnTo>
                  <a:lnTo>
                    <a:pt x="67015" y="338845"/>
                  </a:lnTo>
                  <a:lnTo>
                    <a:pt x="32137" y="315325"/>
                  </a:lnTo>
                  <a:lnTo>
                    <a:pt x="8622" y="280445"/>
                  </a:lnTo>
                  <a:lnTo>
                    <a:pt x="0" y="237744"/>
                  </a:lnTo>
                  <a:lnTo>
                    <a:pt x="0" y="109728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57580" y="2396108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4" y="0"/>
                  </a:move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4"/>
                  </a:lnTo>
                  <a:lnTo>
                    <a:pt x="7459" y="192536"/>
                  </a:lnTo>
                  <a:lnTo>
                    <a:pt x="28229" y="232696"/>
                  </a:lnTo>
                  <a:lnTo>
                    <a:pt x="59900" y="264371"/>
                  </a:lnTo>
                  <a:lnTo>
                    <a:pt x="100062" y="285146"/>
                  </a:lnTo>
                  <a:lnTo>
                    <a:pt x="146304" y="292608"/>
                  </a:lnTo>
                  <a:lnTo>
                    <a:pt x="192545" y="285146"/>
                  </a:lnTo>
                  <a:lnTo>
                    <a:pt x="232707" y="264371"/>
                  </a:lnTo>
                  <a:lnTo>
                    <a:pt x="264378" y="232696"/>
                  </a:lnTo>
                  <a:lnTo>
                    <a:pt x="285148" y="192536"/>
                  </a:lnTo>
                  <a:lnTo>
                    <a:pt x="292608" y="146304"/>
                  </a:lnTo>
                  <a:lnTo>
                    <a:pt x="285148" y="100071"/>
                  </a:lnTo>
                  <a:lnTo>
                    <a:pt x="264378" y="59911"/>
                  </a:lnTo>
                  <a:lnTo>
                    <a:pt x="232707" y="28236"/>
                  </a:lnTo>
                  <a:lnTo>
                    <a:pt x="192545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055A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7580" y="2396108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304"/>
                  </a:moveTo>
                  <a:lnTo>
                    <a:pt x="7459" y="100071"/>
                  </a:lnTo>
                  <a:lnTo>
                    <a:pt x="28229" y="59911"/>
                  </a:lnTo>
                  <a:lnTo>
                    <a:pt x="59900" y="28236"/>
                  </a:lnTo>
                  <a:lnTo>
                    <a:pt x="100062" y="7461"/>
                  </a:lnTo>
                  <a:lnTo>
                    <a:pt x="146304" y="0"/>
                  </a:lnTo>
                  <a:lnTo>
                    <a:pt x="192545" y="7461"/>
                  </a:lnTo>
                  <a:lnTo>
                    <a:pt x="232707" y="28236"/>
                  </a:lnTo>
                  <a:lnTo>
                    <a:pt x="264378" y="59911"/>
                  </a:lnTo>
                  <a:lnTo>
                    <a:pt x="285148" y="100071"/>
                  </a:lnTo>
                  <a:lnTo>
                    <a:pt x="292608" y="146304"/>
                  </a:lnTo>
                  <a:lnTo>
                    <a:pt x="285148" y="192536"/>
                  </a:lnTo>
                  <a:lnTo>
                    <a:pt x="264378" y="232696"/>
                  </a:lnTo>
                  <a:lnTo>
                    <a:pt x="232707" y="264371"/>
                  </a:lnTo>
                  <a:lnTo>
                    <a:pt x="192545" y="285146"/>
                  </a:lnTo>
                  <a:lnTo>
                    <a:pt x="146304" y="292608"/>
                  </a:lnTo>
                  <a:lnTo>
                    <a:pt x="100062" y="285146"/>
                  </a:lnTo>
                  <a:lnTo>
                    <a:pt x="59900" y="264371"/>
                  </a:lnTo>
                  <a:lnTo>
                    <a:pt x="28229" y="232696"/>
                  </a:lnTo>
                  <a:lnTo>
                    <a:pt x="7459" y="192536"/>
                  </a:lnTo>
                  <a:lnTo>
                    <a:pt x="0" y="146304"/>
                  </a:lnTo>
                  <a:close/>
                </a:path>
              </a:pathLst>
            </a:custGeom>
            <a:ln w="12954">
              <a:solidFill>
                <a:srgbClr val="055A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303" y="2465831"/>
              <a:ext cx="152400" cy="15240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01700" y="2424176"/>
            <a:ext cx="111823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b="1">
                <a:solidFill>
                  <a:srgbClr val="053A50"/>
                </a:solidFill>
                <a:latin typeface="Calibri"/>
                <a:cs typeface="Calibri"/>
              </a:rPr>
              <a:t>Secure</a:t>
            </a:r>
            <a:r>
              <a:rPr dirty="0" sz="1250" spc="-65" b="1">
                <a:solidFill>
                  <a:srgbClr val="053A50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53A50"/>
                </a:solidFill>
                <a:latin typeface="Calibri"/>
                <a:cs typeface="Calibri"/>
              </a:rPr>
              <a:t>Database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56793" y="2668536"/>
            <a:ext cx="4319905" cy="553085"/>
            <a:chOff x="256793" y="2668536"/>
            <a:chExt cx="4319905" cy="553085"/>
          </a:xfrm>
        </p:grpSpPr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93" y="2668536"/>
              <a:ext cx="4319778" cy="55269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66140" y="2752725"/>
              <a:ext cx="4114800" cy="347980"/>
            </a:xfrm>
            <a:custGeom>
              <a:avLst/>
              <a:gdLst/>
              <a:ahLst/>
              <a:cxnLst/>
              <a:rect l="l" t="t" r="r" b="b"/>
              <a:pathLst>
                <a:path w="4114800" h="347980">
                  <a:moveTo>
                    <a:pt x="4005072" y="0"/>
                  </a:moveTo>
                  <a:lnTo>
                    <a:pt x="109728" y="0"/>
                  </a:lnTo>
                  <a:lnTo>
                    <a:pt x="67015" y="8626"/>
                  </a:lnTo>
                  <a:lnTo>
                    <a:pt x="32137" y="32146"/>
                  </a:lnTo>
                  <a:lnTo>
                    <a:pt x="8622" y="67026"/>
                  </a:lnTo>
                  <a:lnTo>
                    <a:pt x="0" y="109727"/>
                  </a:lnTo>
                  <a:lnTo>
                    <a:pt x="0" y="237743"/>
                  </a:lnTo>
                  <a:lnTo>
                    <a:pt x="8622" y="280445"/>
                  </a:lnTo>
                  <a:lnTo>
                    <a:pt x="32137" y="315325"/>
                  </a:lnTo>
                  <a:lnTo>
                    <a:pt x="67015" y="338845"/>
                  </a:lnTo>
                  <a:lnTo>
                    <a:pt x="109728" y="347471"/>
                  </a:lnTo>
                  <a:lnTo>
                    <a:pt x="4005072" y="347471"/>
                  </a:lnTo>
                  <a:lnTo>
                    <a:pt x="4047773" y="338845"/>
                  </a:lnTo>
                  <a:lnTo>
                    <a:pt x="4082653" y="315325"/>
                  </a:lnTo>
                  <a:lnTo>
                    <a:pt x="4106173" y="280445"/>
                  </a:lnTo>
                  <a:lnTo>
                    <a:pt x="4114800" y="237743"/>
                  </a:lnTo>
                  <a:lnTo>
                    <a:pt x="4114800" y="109727"/>
                  </a:lnTo>
                  <a:lnTo>
                    <a:pt x="4106173" y="67026"/>
                  </a:lnTo>
                  <a:lnTo>
                    <a:pt x="4082653" y="32146"/>
                  </a:lnTo>
                  <a:lnTo>
                    <a:pt x="4047773" y="8626"/>
                  </a:lnTo>
                  <a:lnTo>
                    <a:pt x="40050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66140" y="2752725"/>
              <a:ext cx="4114800" cy="347980"/>
            </a:xfrm>
            <a:custGeom>
              <a:avLst/>
              <a:gdLst/>
              <a:ahLst/>
              <a:cxnLst/>
              <a:rect l="l" t="t" r="r" b="b"/>
              <a:pathLst>
                <a:path w="4114800" h="347980">
                  <a:moveTo>
                    <a:pt x="0" y="109727"/>
                  </a:moveTo>
                  <a:lnTo>
                    <a:pt x="8622" y="67026"/>
                  </a:lnTo>
                  <a:lnTo>
                    <a:pt x="32137" y="32146"/>
                  </a:lnTo>
                  <a:lnTo>
                    <a:pt x="67015" y="8626"/>
                  </a:lnTo>
                  <a:lnTo>
                    <a:pt x="109728" y="0"/>
                  </a:lnTo>
                  <a:lnTo>
                    <a:pt x="4005072" y="0"/>
                  </a:lnTo>
                  <a:lnTo>
                    <a:pt x="4047773" y="8626"/>
                  </a:lnTo>
                  <a:lnTo>
                    <a:pt x="4082653" y="32146"/>
                  </a:lnTo>
                  <a:lnTo>
                    <a:pt x="4106173" y="67026"/>
                  </a:lnTo>
                  <a:lnTo>
                    <a:pt x="4114800" y="109727"/>
                  </a:lnTo>
                  <a:lnTo>
                    <a:pt x="4114800" y="237743"/>
                  </a:lnTo>
                  <a:lnTo>
                    <a:pt x="4106173" y="280445"/>
                  </a:lnTo>
                  <a:lnTo>
                    <a:pt x="4082653" y="315325"/>
                  </a:lnTo>
                  <a:lnTo>
                    <a:pt x="4047773" y="338845"/>
                  </a:lnTo>
                  <a:lnTo>
                    <a:pt x="4005072" y="347471"/>
                  </a:lnTo>
                  <a:lnTo>
                    <a:pt x="109728" y="347471"/>
                  </a:lnTo>
                  <a:lnTo>
                    <a:pt x="67015" y="338845"/>
                  </a:lnTo>
                  <a:lnTo>
                    <a:pt x="32137" y="315325"/>
                  </a:lnTo>
                  <a:lnTo>
                    <a:pt x="8622" y="280445"/>
                  </a:lnTo>
                  <a:lnTo>
                    <a:pt x="0" y="237743"/>
                  </a:lnTo>
                  <a:lnTo>
                    <a:pt x="0" y="109727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57580" y="2780157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4" y="0"/>
                  </a:move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4"/>
                  </a:lnTo>
                  <a:lnTo>
                    <a:pt x="7459" y="192536"/>
                  </a:lnTo>
                  <a:lnTo>
                    <a:pt x="28229" y="232696"/>
                  </a:lnTo>
                  <a:lnTo>
                    <a:pt x="59900" y="264371"/>
                  </a:lnTo>
                  <a:lnTo>
                    <a:pt x="100062" y="285146"/>
                  </a:lnTo>
                  <a:lnTo>
                    <a:pt x="146304" y="292608"/>
                  </a:lnTo>
                  <a:lnTo>
                    <a:pt x="192545" y="285146"/>
                  </a:lnTo>
                  <a:lnTo>
                    <a:pt x="232707" y="264371"/>
                  </a:lnTo>
                  <a:lnTo>
                    <a:pt x="264378" y="232696"/>
                  </a:lnTo>
                  <a:lnTo>
                    <a:pt x="285148" y="192536"/>
                  </a:lnTo>
                  <a:lnTo>
                    <a:pt x="292608" y="146304"/>
                  </a:lnTo>
                  <a:lnTo>
                    <a:pt x="285148" y="100071"/>
                  </a:lnTo>
                  <a:lnTo>
                    <a:pt x="264378" y="59911"/>
                  </a:lnTo>
                  <a:lnTo>
                    <a:pt x="232707" y="28236"/>
                  </a:lnTo>
                  <a:lnTo>
                    <a:pt x="192545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57580" y="2780157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304"/>
                  </a:moveTo>
                  <a:lnTo>
                    <a:pt x="7459" y="100071"/>
                  </a:lnTo>
                  <a:lnTo>
                    <a:pt x="28229" y="59911"/>
                  </a:lnTo>
                  <a:lnTo>
                    <a:pt x="59900" y="28236"/>
                  </a:lnTo>
                  <a:lnTo>
                    <a:pt x="100062" y="7461"/>
                  </a:lnTo>
                  <a:lnTo>
                    <a:pt x="146304" y="0"/>
                  </a:lnTo>
                  <a:lnTo>
                    <a:pt x="192545" y="7461"/>
                  </a:lnTo>
                  <a:lnTo>
                    <a:pt x="232707" y="28236"/>
                  </a:lnTo>
                  <a:lnTo>
                    <a:pt x="264378" y="59911"/>
                  </a:lnTo>
                  <a:lnTo>
                    <a:pt x="285148" y="100071"/>
                  </a:lnTo>
                  <a:lnTo>
                    <a:pt x="292608" y="146304"/>
                  </a:lnTo>
                  <a:lnTo>
                    <a:pt x="285148" y="192536"/>
                  </a:lnTo>
                  <a:lnTo>
                    <a:pt x="264378" y="232696"/>
                  </a:lnTo>
                  <a:lnTo>
                    <a:pt x="232707" y="264371"/>
                  </a:lnTo>
                  <a:lnTo>
                    <a:pt x="192545" y="285146"/>
                  </a:lnTo>
                  <a:lnTo>
                    <a:pt x="146304" y="292608"/>
                  </a:lnTo>
                  <a:lnTo>
                    <a:pt x="100062" y="285146"/>
                  </a:lnTo>
                  <a:lnTo>
                    <a:pt x="59900" y="264371"/>
                  </a:lnTo>
                  <a:lnTo>
                    <a:pt x="28229" y="232696"/>
                  </a:lnTo>
                  <a:lnTo>
                    <a:pt x="7459" y="192536"/>
                  </a:lnTo>
                  <a:lnTo>
                    <a:pt x="0" y="146304"/>
                  </a:lnTo>
                  <a:close/>
                </a:path>
              </a:pathLst>
            </a:custGeom>
            <a:ln w="12954">
              <a:solidFill>
                <a:srgbClr val="02809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preencoded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7303" y="2849880"/>
              <a:ext cx="152400" cy="152400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901700" y="2808732"/>
            <a:ext cx="151765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053A50"/>
                </a:solidFill>
                <a:latin typeface="Calibri"/>
                <a:cs typeface="Calibri"/>
              </a:rPr>
              <a:t>Attendance</a:t>
            </a:r>
            <a:r>
              <a:rPr dirty="0" sz="1250" spc="-25" b="1">
                <a:solidFill>
                  <a:srgbClr val="053A50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53A50"/>
                </a:solidFill>
                <a:latin typeface="Calibri"/>
                <a:cs typeface="Calibri"/>
              </a:rPr>
              <a:t>Processing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56793" y="3052584"/>
            <a:ext cx="4319905" cy="553085"/>
            <a:chOff x="256793" y="3052584"/>
            <a:chExt cx="4319905" cy="553085"/>
          </a:xfrm>
        </p:grpSpPr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93" y="3052584"/>
              <a:ext cx="4319778" cy="55269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66140" y="3136772"/>
              <a:ext cx="4114800" cy="347980"/>
            </a:xfrm>
            <a:custGeom>
              <a:avLst/>
              <a:gdLst/>
              <a:ahLst/>
              <a:cxnLst/>
              <a:rect l="l" t="t" r="r" b="b"/>
              <a:pathLst>
                <a:path w="4114800" h="347979">
                  <a:moveTo>
                    <a:pt x="4005072" y="0"/>
                  </a:moveTo>
                  <a:lnTo>
                    <a:pt x="109728" y="0"/>
                  </a:lnTo>
                  <a:lnTo>
                    <a:pt x="67015" y="8626"/>
                  </a:lnTo>
                  <a:lnTo>
                    <a:pt x="32137" y="32146"/>
                  </a:lnTo>
                  <a:lnTo>
                    <a:pt x="8622" y="67026"/>
                  </a:lnTo>
                  <a:lnTo>
                    <a:pt x="0" y="109727"/>
                  </a:lnTo>
                  <a:lnTo>
                    <a:pt x="0" y="237743"/>
                  </a:lnTo>
                  <a:lnTo>
                    <a:pt x="8622" y="280445"/>
                  </a:lnTo>
                  <a:lnTo>
                    <a:pt x="32137" y="315325"/>
                  </a:lnTo>
                  <a:lnTo>
                    <a:pt x="67015" y="338845"/>
                  </a:lnTo>
                  <a:lnTo>
                    <a:pt x="109728" y="347471"/>
                  </a:lnTo>
                  <a:lnTo>
                    <a:pt x="4005072" y="347471"/>
                  </a:lnTo>
                  <a:lnTo>
                    <a:pt x="4047773" y="338845"/>
                  </a:lnTo>
                  <a:lnTo>
                    <a:pt x="4082653" y="315325"/>
                  </a:lnTo>
                  <a:lnTo>
                    <a:pt x="4106173" y="280445"/>
                  </a:lnTo>
                  <a:lnTo>
                    <a:pt x="4114800" y="237743"/>
                  </a:lnTo>
                  <a:lnTo>
                    <a:pt x="4114800" y="109727"/>
                  </a:lnTo>
                  <a:lnTo>
                    <a:pt x="4106173" y="67026"/>
                  </a:lnTo>
                  <a:lnTo>
                    <a:pt x="4082653" y="32146"/>
                  </a:lnTo>
                  <a:lnTo>
                    <a:pt x="4047773" y="8626"/>
                  </a:lnTo>
                  <a:lnTo>
                    <a:pt x="40050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66140" y="3136772"/>
              <a:ext cx="4114800" cy="347980"/>
            </a:xfrm>
            <a:custGeom>
              <a:avLst/>
              <a:gdLst/>
              <a:ahLst/>
              <a:cxnLst/>
              <a:rect l="l" t="t" r="r" b="b"/>
              <a:pathLst>
                <a:path w="4114800" h="347979">
                  <a:moveTo>
                    <a:pt x="0" y="109727"/>
                  </a:moveTo>
                  <a:lnTo>
                    <a:pt x="8622" y="67026"/>
                  </a:lnTo>
                  <a:lnTo>
                    <a:pt x="32137" y="32146"/>
                  </a:lnTo>
                  <a:lnTo>
                    <a:pt x="67015" y="8626"/>
                  </a:lnTo>
                  <a:lnTo>
                    <a:pt x="109728" y="0"/>
                  </a:lnTo>
                  <a:lnTo>
                    <a:pt x="4005072" y="0"/>
                  </a:lnTo>
                  <a:lnTo>
                    <a:pt x="4047773" y="8626"/>
                  </a:lnTo>
                  <a:lnTo>
                    <a:pt x="4082653" y="32146"/>
                  </a:lnTo>
                  <a:lnTo>
                    <a:pt x="4106173" y="67026"/>
                  </a:lnTo>
                  <a:lnTo>
                    <a:pt x="4114800" y="109727"/>
                  </a:lnTo>
                  <a:lnTo>
                    <a:pt x="4114800" y="237743"/>
                  </a:lnTo>
                  <a:lnTo>
                    <a:pt x="4106173" y="280445"/>
                  </a:lnTo>
                  <a:lnTo>
                    <a:pt x="4082653" y="315325"/>
                  </a:lnTo>
                  <a:lnTo>
                    <a:pt x="4047773" y="338845"/>
                  </a:lnTo>
                  <a:lnTo>
                    <a:pt x="4005072" y="347471"/>
                  </a:lnTo>
                  <a:lnTo>
                    <a:pt x="109728" y="347471"/>
                  </a:lnTo>
                  <a:lnTo>
                    <a:pt x="67015" y="338845"/>
                  </a:lnTo>
                  <a:lnTo>
                    <a:pt x="32137" y="315325"/>
                  </a:lnTo>
                  <a:lnTo>
                    <a:pt x="8622" y="280445"/>
                  </a:lnTo>
                  <a:lnTo>
                    <a:pt x="0" y="237743"/>
                  </a:lnTo>
                  <a:lnTo>
                    <a:pt x="0" y="109727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57580" y="3164204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4" y="0"/>
                  </a:move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4"/>
                  </a:lnTo>
                  <a:lnTo>
                    <a:pt x="7459" y="192536"/>
                  </a:lnTo>
                  <a:lnTo>
                    <a:pt x="28229" y="232696"/>
                  </a:lnTo>
                  <a:lnTo>
                    <a:pt x="59900" y="264371"/>
                  </a:lnTo>
                  <a:lnTo>
                    <a:pt x="100062" y="285146"/>
                  </a:lnTo>
                  <a:lnTo>
                    <a:pt x="146304" y="292608"/>
                  </a:lnTo>
                  <a:lnTo>
                    <a:pt x="192545" y="285146"/>
                  </a:lnTo>
                  <a:lnTo>
                    <a:pt x="232707" y="264371"/>
                  </a:lnTo>
                  <a:lnTo>
                    <a:pt x="264378" y="232696"/>
                  </a:lnTo>
                  <a:lnTo>
                    <a:pt x="285148" y="192536"/>
                  </a:lnTo>
                  <a:lnTo>
                    <a:pt x="292608" y="146304"/>
                  </a:lnTo>
                  <a:lnTo>
                    <a:pt x="285148" y="100071"/>
                  </a:lnTo>
                  <a:lnTo>
                    <a:pt x="264378" y="59911"/>
                  </a:lnTo>
                  <a:lnTo>
                    <a:pt x="232707" y="28236"/>
                  </a:lnTo>
                  <a:lnTo>
                    <a:pt x="192545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055A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57580" y="3164204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304"/>
                  </a:moveTo>
                  <a:lnTo>
                    <a:pt x="7459" y="100071"/>
                  </a:lnTo>
                  <a:lnTo>
                    <a:pt x="28229" y="59911"/>
                  </a:lnTo>
                  <a:lnTo>
                    <a:pt x="59900" y="28236"/>
                  </a:lnTo>
                  <a:lnTo>
                    <a:pt x="100062" y="7461"/>
                  </a:lnTo>
                  <a:lnTo>
                    <a:pt x="146304" y="0"/>
                  </a:lnTo>
                  <a:lnTo>
                    <a:pt x="192545" y="7461"/>
                  </a:lnTo>
                  <a:lnTo>
                    <a:pt x="232707" y="28236"/>
                  </a:lnTo>
                  <a:lnTo>
                    <a:pt x="264378" y="59911"/>
                  </a:lnTo>
                  <a:lnTo>
                    <a:pt x="285148" y="100071"/>
                  </a:lnTo>
                  <a:lnTo>
                    <a:pt x="292608" y="146304"/>
                  </a:lnTo>
                  <a:lnTo>
                    <a:pt x="285148" y="192536"/>
                  </a:lnTo>
                  <a:lnTo>
                    <a:pt x="264378" y="232696"/>
                  </a:lnTo>
                  <a:lnTo>
                    <a:pt x="232707" y="264371"/>
                  </a:lnTo>
                  <a:lnTo>
                    <a:pt x="192545" y="285146"/>
                  </a:lnTo>
                  <a:lnTo>
                    <a:pt x="146304" y="292608"/>
                  </a:lnTo>
                  <a:lnTo>
                    <a:pt x="100062" y="285146"/>
                  </a:lnTo>
                  <a:lnTo>
                    <a:pt x="59900" y="264371"/>
                  </a:lnTo>
                  <a:lnTo>
                    <a:pt x="28229" y="232696"/>
                  </a:lnTo>
                  <a:lnTo>
                    <a:pt x="7459" y="192536"/>
                  </a:lnTo>
                  <a:lnTo>
                    <a:pt x="0" y="146304"/>
                  </a:lnTo>
                  <a:close/>
                </a:path>
              </a:pathLst>
            </a:custGeom>
            <a:ln w="12954">
              <a:solidFill>
                <a:srgbClr val="055A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preencoded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7303" y="3233927"/>
              <a:ext cx="152400" cy="152400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901700" y="3192780"/>
            <a:ext cx="137731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053A50"/>
                </a:solidFill>
                <a:latin typeface="Calibri"/>
                <a:cs typeface="Calibri"/>
              </a:rPr>
              <a:t>Analytics</a:t>
            </a:r>
            <a:r>
              <a:rPr dirty="0" sz="1250" spc="-25" b="1">
                <a:solidFill>
                  <a:srgbClr val="053A50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53A50"/>
                </a:solidFill>
                <a:latin typeface="Calibri"/>
                <a:cs typeface="Calibri"/>
              </a:rPr>
              <a:t>Dashboard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56793" y="3436620"/>
            <a:ext cx="4319905" cy="553085"/>
            <a:chOff x="256793" y="3436620"/>
            <a:chExt cx="4319905" cy="553085"/>
          </a:xfrm>
        </p:grpSpPr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93" y="3436620"/>
              <a:ext cx="4319778" cy="55269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366140" y="3520821"/>
              <a:ext cx="4114800" cy="347980"/>
            </a:xfrm>
            <a:custGeom>
              <a:avLst/>
              <a:gdLst/>
              <a:ahLst/>
              <a:cxnLst/>
              <a:rect l="l" t="t" r="r" b="b"/>
              <a:pathLst>
                <a:path w="4114800" h="347979">
                  <a:moveTo>
                    <a:pt x="4005072" y="0"/>
                  </a:moveTo>
                  <a:lnTo>
                    <a:pt x="109728" y="0"/>
                  </a:lnTo>
                  <a:lnTo>
                    <a:pt x="67015" y="8626"/>
                  </a:lnTo>
                  <a:lnTo>
                    <a:pt x="32137" y="32146"/>
                  </a:lnTo>
                  <a:lnTo>
                    <a:pt x="8622" y="67026"/>
                  </a:lnTo>
                  <a:lnTo>
                    <a:pt x="0" y="109727"/>
                  </a:lnTo>
                  <a:lnTo>
                    <a:pt x="0" y="237743"/>
                  </a:lnTo>
                  <a:lnTo>
                    <a:pt x="8622" y="280445"/>
                  </a:lnTo>
                  <a:lnTo>
                    <a:pt x="32137" y="315325"/>
                  </a:lnTo>
                  <a:lnTo>
                    <a:pt x="67015" y="338845"/>
                  </a:lnTo>
                  <a:lnTo>
                    <a:pt x="109728" y="347471"/>
                  </a:lnTo>
                  <a:lnTo>
                    <a:pt x="4005072" y="347471"/>
                  </a:lnTo>
                  <a:lnTo>
                    <a:pt x="4047773" y="338845"/>
                  </a:lnTo>
                  <a:lnTo>
                    <a:pt x="4082653" y="315325"/>
                  </a:lnTo>
                  <a:lnTo>
                    <a:pt x="4106173" y="280445"/>
                  </a:lnTo>
                  <a:lnTo>
                    <a:pt x="4114800" y="237743"/>
                  </a:lnTo>
                  <a:lnTo>
                    <a:pt x="4114800" y="109727"/>
                  </a:lnTo>
                  <a:lnTo>
                    <a:pt x="4106173" y="67026"/>
                  </a:lnTo>
                  <a:lnTo>
                    <a:pt x="4082653" y="32146"/>
                  </a:lnTo>
                  <a:lnTo>
                    <a:pt x="4047773" y="8626"/>
                  </a:lnTo>
                  <a:lnTo>
                    <a:pt x="40050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66140" y="3520821"/>
              <a:ext cx="4114800" cy="347980"/>
            </a:xfrm>
            <a:custGeom>
              <a:avLst/>
              <a:gdLst/>
              <a:ahLst/>
              <a:cxnLst/>
              <a:rect l="l" t="t" r="r" b="b"/>
              <a:pathLst>
                <a:path w="4114800" h="347979">
                  <a:moveTo>
                    <a:pt x="0" y="109727"/>
                  </a:moveTo>
                  <a:lnTo>
                    <a:pt x="8622" y="67026"/>
                  </a:lnTo>
                  <a:lnTo>
                    <a:pt x="32137" y="32146"/>
                  </a:lnTo>
                  <a:lnTo>
                    <a:pt x="67015" y="8626"/>
                  </a:lnTo>
                  <a:lnTo>
                    <a:pt x="109728" y="0"/>
                  </a:lnTo>
                  <a:lnTo>
                    <a:pt x="4005072" y="0"/>
                  </a:lnTo>
                  <a:lnTo>
                    <a:pt x="4047773" y="8626"/>
                  </a:lnTo>
                  <a:lnTo>
                    <a:pt x="4082653" y="32146"/>
                  </a:lnTo>
                  <a:lnTo>
                    <a:pt x="4106173" y="67026"/>
                  </a:lnTo>
                  <a:lnTo>
                    <a:pt x="4114800" y="109727"/>
                  </a:lnTo>
                  <a:lnTo>
                    <a:pt x="4114800" y="237743"/>
                  </a:lnTo>
                  <a:lnTo>
                    <a:pt x="4106173" y="280445"/>
                  </a:lnTo>
                  <a:lnTo>
                    <a:pt x="4082653" y="315325"/>
                  </a:lnTo>
                  <a:lnTo>
                    <a:pt x="4047773" y="338845"/>
                  </a:lnTo>
                  <a:lnTo>
                    <a:pt x="4005072" y="347471"/>
                  </a:lnTo>
                  <a:lnTo>
                    <a:pt x="109728" y="347471"/>
                  </a:lnTo>
                  <a:lnTo>
                    <a:pt x="67015" y="338845"/>
                  </a:lnTo>
                  <a:lnTo>
                    <a:pt x="32137" y="315325"/>
                  </a:lnTo>
                  <a:lnTo>
                    <a:pt x="8622" y="280445"/>
                  </a:lnTo>
                  <a:lnTo>
                    <a:pt x="0" y="237743"/>
                  </a:lnTo>
                  <a:lnTo>
                    <a:pt x="0" y="109727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57580" y="3548253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4" y="0"/>
                  </a:move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4"/>
                  </a:lnTo>
                  <a:lnTo>
                    <a:pt x="7459" y="192536"/>
                  </a:lnTo>
                  <a:lnTo>
                    <a:pt x="28229" y="232696"/>
                  </a:lnTo>
                  <a:lnTo>
                    <a:pt x="59900" y="264371"/>
                  </a:lnTo>
                  <a:lnTo>
                    <a:pt x="100062" y="285146"/>
                  </a:lnTo>
                  <a:lnTo>
                    <a:pt x="146304" y="292608"/>
                  </a:lnTo>
                  <a:lnTo>
                    <a:pt x="192545" y="285146"/>
                  </a:lnTo>
                  <a:lnTo>
                    <a:pt x="232707" y="264371"/>
                  </a:lnTo>
                  <a:lnTo>
                    <a:pt x="264378" y="232696"/>
                  </a:lnTo>
                  <a:lnTo>
                    <a:pt x="285148" y="192536"/>
                  </a:lnTo>
                  <a:lnTo>
                    <a:pt x="292608" y="146304"/>
                  </a:lnTo>
                  <a:lnTo>
                    <a:pt x="285148" y="100071"/>
                  </a:lnTo>
                  <a:lnTo>
                    <a:pt x="264378" y="59911"/>
                  </a:lnTo>
                  <a:lnTo>
                    <a:pt x="232707" y="28236"/>
                  </a:lnTo>
                  <a:lnTo>
                    <a:pt x="192545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57580" y="3548253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304"/>
                  </a:moveTo>
                  <a:lnTo>
                    <a:pt x="7459" y="100071"/>
                  </a:lnTo>
                  <a:lnTo>
                    <a:pt x="28229" y="59911"/>
                  </a:lnTo>
                  <a:lnTo>
                    <a:pt x="59900" y="28236"/>
                  </a:lnTo>
                  <a:lnTo>
                    <a:pt x="100062" y="7461"/>
                  </a:lnTo>
                  <a:lnTo>
                    <a:pt x="146304" y="0"/>
                  </a:lnTo>
                  <a:lnTo>
                    <a:pt x="192545" y="7461"/>
                  </a:lnTo>
                  <a:lnTo>
                    <a:pt x="232707" y="28236"/>
                  </a:lnTo>
                  <a:lnTo>
                    <a:pt x="264378" y="59911"/>
                  </a:lnTo>
                  <a:lnTo>
                    <a:pt x="285148" y="100071"/>
                  </a:lnTo>
                  <a:lnTo>
                    <a:pt x="292608" y="146304"/>
                  </a:lnTo>
                  <a:lnTo>
                    <a:pt x="285148" y="192536"/>
                  </a:lnTo>
                  <a:lnTo>
                    <a:pt x="264378" y="232696"/>
                  </a:lnTo>
                  <a:lnTo>
                    <a:pt x="232707" y="264371"/>
                  </a:lnTo>
                  <a:lnTo>
                    <a:pt x="192545" y="285146"/>
                  </a:lnTo>
                  <a:lnTo>
                    <a:pt x="146304" y="292608"/>
                  </a:lnTo>
                  <a:lnTo>
                    <a:pt x="100062" y="285146"/>
                  </a:lnTo>
                  <a:lnTo>
                    <a:pt x="59900" y="264371"/>
                  </a:lnTo>
                  <a:lnTo>
                    <a:pt x="28229" y="232696"/>
                  </a:lnTo>
                  <a:lnTo>
                    <a:pt x="7459" y="192536"/>
                  </a:lnTo>
                  <a:lnTo>
                    <a:pt x="0" y="146304"/>
                  </a:lnTo>
                  <a:close/>
                </a:path>
              </a:pathLst>
            </a:custGeom>
            <a:ln w="12954">
              <a:solidFill>
                <a:srgbClr val="02809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preencoded.png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7303" y="3617976"/>
              <a:ext cx="152400" cy="152400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4554473" y="2247861"/>
            <a:ext cx="2216785" cy="1256665"/>
            <a:chOff x="4554473" y="2247861"/>
            <a:chExt cx="2216785" cy="1256665"/>
          </a:xfrm>
        </p:grpSpPr>
        <p:pic>
          <p:nvPicPr>
            <p:cNvPr id="97" name="object 9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54473" y="2247861"/>
              <a:ext cx="2216657" cy="1256449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4663820" y="2332100"/>
              <a:ext cx="2011680" cy="1051560"/>
            </a:xfrm>
            <a:custGeom>
              <a:avLst/>
              <a:gdLst/>
              <a:ahLst/>
              <a:cxnLst/>
              <a:rect l="l" t="t" r="r" b="b"/>
              <a:pathLst>
                <a:path w="2011679" h="1051560">
                  <a:moveTo>
                    <a:pt x="190195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941832"/>
                  </a:lnTo>
                  <a:lnTo>
                    <a:pt x="8626" y="984533"/>
                  </a:lnTo>
                  <a:lnTo>
                    <a:pt x="32146" y="1019413"/>
                  </a:lnTo>
                  <a:lnTo>
                    <a:pt x="67026" y="1042933"/>
                  </a:lnTo>
                  <a:lnTo>
                    <a:pt x="109728" y="1051560"/>
                  </a:lnTo>
                  <a:lnTo>
                    <a:pt x="1901952" y="1051560"/>
                  </a:lnTo>
                  <a:lnTo>
                    <a:pt x="1944653" y="1042933"/>
                  </a:lnTo>
                  <a:lnTo>
                    <a:pt x="1979533" y="1019413"/>
                  </a:lnTo>
                  <a:lnTo>
                    <a:pt x="2003053" y="984533"/>
                  </a:lnTo>
                  <a:lnTo>
                    <a:pt x="2011680" y="941832"/>
                  </a:lnTo>
                  <a:lnTo>
                    <a:pt x="2011680" y="109728"/>
                  </a:lnTo>
                  <a:lnTo>
                    <a:pt x="2003053" y="67026"/>
                  </a:lnTo>
                  <a:lnTo>
                    <a:pt x="1979533" y="32146"/>
                  </a:lnTo>
                  <a:lnTo>
                    <a:pt x="1944653" y="8626"/>
                  </a:lnTo>
                  <a:lnTo>
                    <a:pt x="1901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663820" y="2332100"/>
              <a:ext cx="2011680" cy="1051560"/>
            </a:xfrm>
            <a:custGeom>
              <a:avLst/>
              <a:gdLst/>
              <a:ahLst/>
              <a:cxnLst/>
              <a:rect l="l" t="t" r="r" b="b"/>
              <a:pathLst>
                <a:path w="2011679" h="1051560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1901952" y="0"/>
                  </a:lnTo>
                  <a:lnTo>
                    <a:pt x="1944653" y="8626"/>
                  </a:lnTo>
                  <a:lnTo>
                    <a:pt x="1979533" y="32146"/>
                  </a:lnTo>
                  <a:lnTo>
                    <a:pt x="2003053" y="67026"/>
                  </a:lnTo>
                  <a:lnTo>
                    <a:pt x="2011680" y="109728"/>
                  </a:lnTo>
                  <a:lnTo>
                    <a:pt x="2011680" y="941832"/>
                  </a:lnTo>
                  <a:lnTo>
                    <a:pt x="2003053" y="984533"/>
                  </a:lnTo>
                  <a:lnTo>
                    <a:pt x="1979533" y="1019413"/>
                  </a:lnTo>
                  <a:lnTo>
                    <a:pt x="1944653" y="1042933"/>
                  </a:lnTo>
                  <a:lnTo>
                    <a:pt x="1901952" y="1051560"/>
                  </a:lnTo>
                  <a:lnTo>
                    <a:pt x="109728" y="1051560"/>
                  </a:lnTo>
                  <a:lnTo>
                    <a:pt x="67026" y="1042933"/>
                  </a:lnTo>
                  <a:lnTo>
                    <a:pt x="32146" y="1019413"/>
                  </a:lnTo>
                  <a:lnTo>
                    <a:pt x="8626" y="984533"/>
                  </a:lnTo>
                  <a:lnTo>
                    <a:pt x="0" y="941832"/>
                  </a:lnTo>
                  <a:lnTo>
                    <a:pt x="0" y="109728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4755260" y="240525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82880" y="0"/>
                  </a:moveTo>
                  <a:lnTo>
                    <a:pt x="134276" y="6535"/>
                  </a:lnTo>
                  <a:lnTo>
                    <a:pt x="90593" y="24976"/>
                  </a:lnTo>
                  <a:lnTo>
                    <a:pt x="53578" y="53578"/>
                  </a:lnTo>
                  <a:lnTo>
                    <a:pt x="24976" y="90593"/>
                  </a:lnTo>
                  <a:lnTo>
                    <a:pt x="6535" y="134276"/>
                  </a:lnTo>
                  <a:lnTo>
                    <a:pt x="0" y="182880"/>
                  </a:lnTo>
                  <a:lnTo>
                    <a:pt x="6535" y="231483"/>
                  </a:lnTo>
                  <a:lnTo>
                    <a:pt x="24976" y="275166"/>
                  </a:lnTo>
                  <a:lnTo>
                    <a:pt x="53578" y="312181"/>
                  </a:lnTo>
                  <a:lnTo>
                    <a:pt x="90593" y="340783"/>
                  </a:lnTo>
                  <a:lnTo>
                    <a:pt x="134276" y="359224"/>
                  </a:lnTo>
                  <a:lnTo>
                    <a:pt x="182880" y="365760"/>
                  </a:lnTo>
                  <a:lnTo>
                    <a:pt x="231483" y="359224"/>
                  </a:lnTo>
                  <a:lnTo>
                    <a:pt x="275166" y="340783"/>
                  </a:lnTo>
                  <a:lnTo>
                    <a:pt x="312181" y="312181"/>
                  </a:lnTo>
                  <a:lnTo>
                    <a:pt x="340783" y="275166"/>
                  </a:lnTo>
                  <a:lnTo>
                    <a:pt x="359224" y="231483"/>
                  </a:lnTo>
                  <a:lnTo>
                    <a:pt x="365760" y="182880"/>
                  </a:lnTo>
                  <a:lnTo>
                    <a:pt x="359224" y="134276"/>
                  </a:lnTo>
                  <a:lnTo>
                    <a:pt x="340783" y="90593"/>
                  </a:lnTo>
                  <a:lnTo>
                    <a:pt x="312181" y="53578"/>
                  </a:lnTo>
                  <a:lnTo>
                    <a:pt x="275166" y="24976"/>
                  </a:lnTo>
                  <a:lnTo>
                    <a:pt x="231483" y="6535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4755260" y="240525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80"/>
                  </a:moveTo>
                  <a:lnTo>
                    <a:pt x="6535" y="134276"/>
                  </a:lnTo>
                  <a:lnTo>
                    <a:pt x="24976" y="90593"/>
                  </a:lnTo>
                  <a:lnTo>
                    <a:pt x="53578" y="53578"/>
                  </a:lnTo>
                  <a:lnTo>
                    <a:pt x="90593" y="24976"/>
                  </a:lnTo>
                  <a:lnTo>
                    <a:pt x="134276" y="6535"/>
                  </a:lnTo>
                  <a:lnTo>
                    <a:pt x="182880" y="0"/>
                  </a:lnTo>
                  <a:lnTo>
                    <a:pt x="231483" y="6535"/>
                  </a:lnTo>
                  <a:lnTo>
                    <a:pt x="275166" y="24976"/>
                  </a:lnTo>
                  <a:lnTo>
                    <a:pt x="312181" y="53578"/>
                  </a:lnTo>
                  <a:lnTo>
                    <a:pt x="340783" y="90593"/>
                  </a:lnTo>
                  <a:lnTo>
                    <a:pt x="359224" y="134276"/>
                  </a:lnTo>
                  <a:lnTo>
                    <a:pt x="365760" y="182880"/>
                  </a:lnTo>
                  <a:lnTo>
                    <a:pt x="359224" y="231483"/>
                  </a:lnTo>
                  <a:lnTo>
                    <a:pt x="340783" y="275166"/>
                  </a:lnTo>
                  <a:lnTo>
                    <a:pt x="312181" y="312181"/>
                  </a:lnTo>
                  <a:lnTo>
                    <a:pt x="275166" y="340783"/>
                  </a:lnTo>
                  <a:lnTo>
                    <a:pt x="231483" y="359224"/>
                  </a:lnTo>
                  <a:lnTo>
                    <a:pt x="182880" y="365760"/>
                  </a:lnTo>
                  <a:lnTo>
                    <a:pt x="134276" y="359224"/>
                  </a:lnTo>
                  <a:lnTo>
                    <a:pt x="90593" y="340783"/>
                  </a:lnTo>
                  <a:lnTo>
                    <a:pt x="53578" y="312181"/>
                  </a:lnTo>
                  <a:lnTo>
                    <a:pt x="24976" y="275166"/>
                  </a:lnTo>
                  <a:lnTo>
                    <a:pt x="6535" y="231483"/>
                  </a:lnTo>
                  <a:lnTo>
                    <a:pt x="0" y="182880"/>
                  </a:lnTo>
                  <a:close/>
                </a:path>
              </a:pathLst>
            </a:custGeom>
            <a:ln w="12954">
              <a:solidFill>
                <a:srgbClr val="02809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preencoded.png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42509" y="2492501"/>
              <a:ext cx="190500" cy="190500"/>
            </a:xfrm>
            <a:prstGeom prst="rect">
              <a:avLst/>
            </a:prstGeom>
          </p:spPr>
        </p:pic>
      </p:grpSp>
      <p:sp>
        <p:nvSpPr>
          <p:cNvPr id="103" name="object 103"/>
          <p:cNvSpPr txBox="1"/>
          <p:nvPr/>
        </p:nvSpPr>
        <p:spPr>
          <a:xfrm>
            <a:off x="5181346" y="2483358"/>
            <a:ext cx="129032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053A50"/>
                </a:solidFill>
                <a:latin typeface="Calibri"/>
                <a:cs typeface="Calibri"/>
              </a:rPr>
              <a:t>Subject-</a:t>
            </a:r>
            <a:r>
              <a:rPr dirty="0" sz="1100" b="1">
                <a:solidFill>
                  <a:srgbClr val="053A50"/>
                </a:solidFill>
                <a:latin typeface="Calibri"/>
                <a:cs typeface="Calibri"/>
              </a:rPr>
              <a:t>Wise</a:t>
            </a:r>
            <a:r>
              <a:rPr dirty="0" sz="1100" spc="10" b="1">
                <a:solidFill>
                  <a:srgbClr val="053A50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53A50"/>
                </a:solidFill>
                <a:latin typeface="Calibri"/>
                <a:cs typeface="Calibri"/>
              </a:rPr>
              <a:t>Analysis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760721" y="2814066"/>
            <a:ext cx="15367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1B2B34"/>
                </a:solidFill>
                <a:latin typeface="Calibri"/>
                <a:cs typeface="Calibri"/>
              </a:rPr>
              <a:t>Compare</a:t>
            </a:r>
            <a:r>
              <a:rPr dirty="0" sz="1050" spc="-20">
                <a:solidFill>
                  <a:srgbClr val="1B2B34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2B34"/>
                </a:solidFill>
                <a:latin typeface="Calibri"/>
                <a:cs typeface="Calibri"/>
              </a:rPr>
              <a:t>attendance</a:t>
            </a:r>
            <a:r>
              <a:rPr dirty="0" sz="1050" spc="-20">
                <a:solidFill>
                  <a:srgbClr val="1B2B34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2B34"/>
                </a:solidFill>
                <a:latin typeface="Calibri"/>
                <a:cs typeface="Calibri"/>
              </a:rPr>
              <a:t>across </a:t>
            </a:r>
            <a:r>
              <a:rPr dirty="0" sz="1050">
                <a:solidFill>
                  <a:srgbClr val="1B2B34"/>
                </a:solidFill>
                <a:latin typeface="Calibri"/>
                <a:cs typeface="Calibri"/>
              </a:rPr>
              <a:t>different</a:t>
            </a:r>
            <a:r>
              <a:rPr dirty="0" sz="1050" spc="-35">
                <a:solidFill>
                  <a:srgbClr val="1B2B34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2B34"/>
                </a:solidFill>
                <a:latin typeface="Calibri"/>
                <a:cs typeface="Calibri"/>
              </a:rPr>
              <a:t>subjects.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6657593" y="2247861"/>
            <a:ext cx="2216785" cy="1256665"/>
            <a:chOff x="6657593" y="2247861"/>
            <a:chExt cx="2216785" cy="1256665"/>
          </a:xfrm>
        </p:grpSpPr>
        <p:pic>
          <p:nvPicPr>
            <p:cNvPr id="106" name="object 10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57593" y="2247861"/>
              <a:ext cx="2216657" cy="1256449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6766940" y="2332100"/>
              <a:ext cx="2011680" cy="1051560"/>
            </a:xfrm>
            <a:custGeom>
              <a:avLst/>
              <a:gdLst/>
              <a:ahLst/>
              <a:cxnLst/>
              <a:rect l="l" t="t" r="r" b="b"/>
              <a:pathLst>
                <a:path w="2011679" h="1051560">
                  <a:moveTo>
                    <a:pt x="190195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941832"/>
                  </a:lnTo>
                  <a:lnTo>
                    <a:pt x="8626" y="984533"/>
                  </a:lnTo>
                  <a:lnTo>
                    <a:pt x="32146" y="1019413"/>
                  </a:lnTo>
                  <a:lnTo>
                    <a:pt x="67026" y="1042933"/>
                  </a:lnTo>
                  <a:lnTo>
                    <a:pt x="109728" y="1051560"/>
                  </a:lnTo>
                  <a:lnTo>
                    <a:pt x="1901952" y="1051560"/>
                  </a:lnTo>
                  <a:lnTo>
                    <a:pt x="1944653" y="1042933"/>
                  </a:lnTo>
                  <a:lnTo>
                    <a:pt x="1979533" y="1019413"/>
                  </a:lnTo>
                  <a:lnTo>
                    <a:pt x="2003053" y="984533"/>
                  </a:lnTo>
                  <a:lnTo>
                    <a:pt x="2011680" y="941832"/>
                  </a:lnTo>
                  <a:lnTo>
                    <a:pt x="2011680" y="109728"/>
                  </a:lnTo>
                  <a:lnTo>
                    <a:pt x="2003053" y="67026"/>
                  </a:lnTo>
                  <a:lnTo>
                    <a:pt x="1979533" y="32146"/>
                  </a:lnTo>
                  <a:lnTo>
                    <a:pt x="1944653" y="8626"/>
                  </a:lnTo>
                  <a:lnTo>
                    <a:pt x="1901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6766940" y="2332100"/>
              <a:ext cx="2011680" cy="1051560"/>
            </a:xfrm>
            <a:custGeom>
              <a:avLst/>
              <a:gdLst/>
              <a:ahLst/>
              <a:cxnLst/>
              <a:rect l="l" t="t" r="r" b="b"/>
              <a:pathLst>
                <a:path w="2011679" h="1051560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1901952" y="0"/>
                  </a:lnTo>
                  <a:lnTo>
                    <a:pt x="1944653" y="8626"/>
                  </a:lnTo>
                  <a:lnTo>
                    <a:pt x="1979533" y="32146"/>
                  </a:lnTo>
                  <a:lnTo>
                    <a:pt x="2003053" y="67026"/>
                  </a:lnTo>
                  <a:lnTo>
                    <a:pt x="2011680" y="109728"/>
                  </a:lnTo>
                  <a:lnTo>
                    <a:pt x="2011680" y="941832"/>
                  </a:lnTo>
                  <a:lnTo>
                    <a:pt x="2003053" y="984533"/>
                  </a:lnTo>
                  <a:lnTo>
                    <a:pt x="1979533" y="1019413"/>
                  </a:lnTo>
                  <a:lnTo>
                    <a:pt x="1944653" y="1042933"/>
                  </a:lnTo>
                  <a:lnTo>
                    <a:pt x="1901952" y="1051560"/>
                  </a:lnTo>
                  <a:lnTo>
                    <a:pt x="109728" y="1051560"/>
                  </a:lnTo>
                  <a:lnTo>
                    <a:pt x="67026" y="1042933"/>
                  </a:lnTo>
                  <a:lnTo>
                    <a:pt x="32146" y="1019413"/>
                  </a:lnTo>
                  <a:lnTo>
                    <a:pt x="8626" y="984533"/>
                  </a:lnTo>
                  <a:lnTo>
                    <a:pt x="0" y="941832"/>
                  </a:lnTo>
                  <a:lnTo>
                    <a:pt x="0" y="109728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6858380" y="240525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80" y="0"/>
                  </a:moveTo>
                  <a:lnTo>
                    <a:pt x="134276" y="6535"/>
                  </a:lnTo>
                  <a:lnTo>
                    <a:pt x="90593" y="24976"/>
                  </a:lnTo>
                  <a:lnTo>
                    <a:pt x="53578" y="53578"/>
                  </a:lnTo>
                  <a:lnTo>
                    <a:pt x="24976" y="90593"/>
                  </a:lnTo>
                  <a:lnTo>
                    <a:pt x="6535" y="134276"/>
                  </a:lnTo>
                  <a:lnTo>
                    <a:pt x="0" y="182880"/>
                  </a:lnTo>
                  <a:lnTo>
                    <a:pt x="6535" y="231483"/>
                  </a:lnTo>
                  <a:lnTo>
                    <a:pt x="24976" y="275166"/>
                  </a:lnTo>
                  <a:lnTo>
                    <a:pt x="53578" y="312181"/>
                  </a:lnTo>
                  <a:lnTo>
                    <a:pt x="90593" y="340783"/>
                  </a:lnTo>
                  <a:lnTo>
                    <a:pt x="134276" y="359224"/>
                  </a:lnTo>
                  <a:lnTo>
                    <a:pt x="182880" y="365760"/>
                  </a:lnTo>
                  <a:lnTo>
                    <a:pt x="231483" y="359224"/>
                  </a:lnTo>
                  <a:lnTo>
                    <a:pt x="275166" y="340783"/>
                  </a:lnTo>
                  <a:lnTo>
                    <a:pt x="312181" y="312181"/>
                  </a:lnTo>
                  <a:lnTo>
                    <a:pt x="340783" y="275166"/>
                  </a:lnTo>
                  <a:lnTo>
                    <a:pt x="359224" y="231483"/>
                  </a:lnTo>
                  <a:lnTo>
                    <a:pt x="365760" y="182880"/>
                  </a:lnTo>
                  <a:lnTo>
                    <a:pt x="359224" y="134276"/>
                  </a:lnTo>
                  <a:lnTo>
                    <a:pt x="340783" y="90593"/>
                  </a:lnTo>
                  <a:lnTo>
                    <a:pt x="312181" y="53578"/>
                  </a:lnTo>
                  <a:lnTo>
                    <a:pt x="275166" y="24976"/>
                  </a:lnTo>
                  <a:lnTo>
                    <a:pt x="231483" y="6535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6858380" y="240525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80"/>
                  </a:moveTo>
                  <a:lnTo>
                    <a:pt x="6535" y="134276"/>
                  </a:lnTo>
                  <a:lnTo>
                    <a:pt x="24976" y="90593"/>
                  </a:lnTo>
                  <a:lnTo>
                    <a:pt x="53578" y="53578"/>
                  </a:lnTo>
                  <a:lnTo>
                    <a:pt x="90593" y="24976"/>
                  </a:lnTo>
                  <a:lnTo>
                    <a:pt x="134276" y="6535"/>
                  </a:lnTo>
                  <a:lnTo>
                    <a:pt x="182880" y="0"/>
                  </a:lnTo>
                  <a:lnTo>
                    <a:pt x="231483" y="6535"/>
                  </a:lnTo>
                  <a:lnTo>
                    <a:pt x="275166" y="24976"/>
                  </a:lnTo>
                  <a:lnTo>
                    <a:pt x="312181" y="53578"/>
                  </a:lnTo>
                  <a:lnTo>
                    <a:pt x="340783" y="90593"/>
                  </a:lnTo>
                  <a:lnTo>
                    <a:pt x="359224" y="134276"/>
                  </a:lnTo>
                  <a:lnTo>
                    <a:pt x="365760" y="182880"/>
                  </a:lnTo>
                  <a:lnTo>
                    <a:pt x="359224" y="231483"/>
                  </a:lnTo>
                  <a:lnTo>
                    <a:pt x="340783" y="275166"/>
                  </a:lnTo>
                  <a:lnTo>
                    <a:pt x="312181" y="312181"/>
                  </a:lnTo>
                  <a:lnTo>
                    <a:pt x="275166" y="340783"/>
                  </a:lnTo>
                  <a:lnTo>
                    <a:pt x="231483" y="359224"/>
                  </a:lnTo>
                  <a:lnTo>
                    <a:pt x="182880" y="365760"/>
                  </a:lnTo>
                  <a:lnTo>
                    <a:pt x="134276" y="359224"/>
                  </a:lnTo>
                  <a:lnTo>
                    <a:pt x="90593" y="340783"/>
                  </a:lnTo>
                  <a:lnTo>
                    <a:pt x="53578" y="312181"/>
                  </a:lnTo>
                  <a:lnTo>
                    <a:pt x="24976" y="275166"/>
                  </a:lnTo>
                  <a:lnTo>
                    <a:pt x="6535" y="231483"/>
                  </a:lnTo>
                  <a:lnTo>
                    <a:pt x="0" y="182880"/>
                  </a:lnTo>
                  <a:close/>
                </a:path>
              </a:pathLst>
            </a:custGeom>
            <a:ln w="12954">
              <a:solidFill>
                <a:srgbClr val="02809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 descr="preencoded.png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45629" y="2492501"/>
              <a:ext cx="190500" cy="190500"/>
            </a:xfrm>
            <a:prstGeom prst="rect">
              <a:avLst/>
            </a:prstGeom>
          </p:spPr>
        </p:pic>
      </p:grpSp>
      <p:sp>
        <p:nvSpPr>
          <p:cNvPr id="112" name="object 112"/>
          <p:cNvSpPr txBox="1"/>
          <p:nvPr/>
        </p:nvSpPr>
        <p:spPr>
          <a:xfrm>
            <a:off x="7284719" y="2483358"/>
            <a:ext cx="86931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b="1">
                <a:solidFill>
                  <a:srgbClr val="053A50"/>
                </a:solidFill>
                <a:latin typeface="Calibri"/>
                <a:cs typeface="Calibri"/>
              </a:rPr>
              <a:t>Trend</a:t>
            </a:r>
            <a:r>
              <a:rPr dirty="0" sz="1100" spc="-15" b="1">
                <a:solidFill>
                  <a:srgbClr val="053A50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53A50"/>
                </a:solidFill>
                <a:latin typeface="Calibri"/>
                <a:cs typeface="Calibri"/>
              </a:rPr>
              <a:t>Analysis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864095" y="2814066"/>
            <a:ext cx="135636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1B2B34"/>
                </a:solidFill>
                <a:latin typeface="Calibri"/>
                <a:cs typeface="Calibri"/>
              </a:rPr>
              <a:t>Track</a:t>
            </a:r>
            <a:r>
              <a:rPr dirty="0" sz="1050" spc="-10">
                <a:solidFill>
                  <a:srgbClr val="1B2B34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2B34"/>
                </a:solidFill>
                <a:latin typeface="Calibri"/>
                <a:cs typeface="Calibri"/>
              </a:rPr>
              <a:t>weekly</a:t>
            </a:r>
            <a:r>
              <a:rPr dirty="0" sz="1050" spc="-10">
                <a:solidFill>
                  <a:srgbClr val="1B2B34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2B34"/>
                </a:solidFill>
                <a:latin typeface="Calibri"/>
                <a:cs typeface="Calibri"/>
              </a:rPr>
              <a:t>or</a:t>
            </a:r>
            <a:r>
              <a:rPr dirty="0" sz="1050" spc="-10">
                <a:solidFill>
                  <a:srgbClr val="1B2B34"/>
                </a:solidFill>
                <a:latin typeface="Calibri"/>
                <a:cs typeface="Calibri"/>
              </a:rPr>
              <a:t> monthly </a:t>
            </a:r>
            <a:r>
              <a:rPr dirty="0" sz="1050">
                <a:solidFill>
                  <a:srgbClr val="1B2B34"/>
                </a:solidFill>
                <a:latin typeface="Calibri"/>
                <a:cs typeface="Calibri"/>
              </a:rPr>
              <a:t>attendance</a:t>
            </a:r>
            <a:r>
              <a:rPr dirty="0" sz="1050" spc="-30">
                <a:solidFill>
                  <a:srgbClr val="1B2B34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2B34"/>
                </a:solidFill>
                <a:latin typeface="Calibri"/>
                <a:cs typeface="Calibri"/>
              </a:rPr>
              <a:t>patterns.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01700" y="3576828"/>
            <a:ext cx="111252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053A50"/>
                </a:solidFill>
                <a:latin typeface="Calibri"/>
                <a:cs typeface="Calibri"/>
              </a:rPr>
              <a:t>Reports</a:t>
            </a:r>
            <a:r>
              <a:rPr dirty="0" sz="1250" spc="-15" b="1">
                <a:solidFill>
                  <a:srgbClr val="053A50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053A50"/>
                </a:solidFill>
                <a:latin typeface="Calibri"/>
                <a:cs typeface="Calibri"/>
              </a:rPr>
              <a:t>&amp;</a:t>
            </a:r>
            <a:r>
              <a:rPr dirty="0" sz="1250" spc="-25" b="1">
                <a:solidFill>
                  <a:srgbClr val="053A50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53A50"/>
                </a:solidFill>
                <a:latin typeface="Calibri"/>
                <a:cs typeface="Calibri"/>
              </a:rPr>
              <a:t>Alerts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4650994" y="3509009"/>
            <a:ext cx="12846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53A50"/>
                </a:solidFill>
                <a:latin typeface="Cambria"/>
                <a:cs typeface="Cambria"/>
              </a:rPr>
              <a:t>Attendance</a:t>
            </a:r>
            <a:r>
              <a:rPr dirty="0" sz="1200" spc="10" b="1">
                <a:solidFill>
                  <a:srgbClr val="053A5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053A50"/>
                </a:solidFill>
                <a:latin typeface="Cambria"/>
                <a:cs typeface="Cambria"/>
              </a:rPr>
              <a:t>Status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359473" y="4017073"/>
            <a:ext cx="4128135" cy="790575"/>
            <a:chOff x="359473" y="4017073"/>
            <a:chExt cx="4128135" cy="790575"/>
          </a:xfrm>
        </p:grpSpPr>
        <p:sp>
          <p:nvSpPr>
            <p:cNvPr id="66" name="object 66"/>
            <p:cNvSpPr/>
            <p:nvPr/>
          </p:nvSpPr>
          <p:spPr>
            <a:xfrm>
              <a:off x="366141" y="4023740"/>
              <a:ext cx="4114800" cy="777240"/>
            </a:xfrm>
            <a:custGeom>
              <a:avLst/>
              <a:gdLst/>
              <a:ahLst/>
              <a:cxnLst/>
              <a:rect l="l" t="t" r="r" b="b"/>
              <a:pathLst>
                <a:path w="4114800" h="777239">
                  <a:moveTo>
                    <a:pt x="4005072" y="0"/>
                  </a:moveTo>
                  <a:lnTo>
                    <a:pt x="109728" y="0"/>
                  </a:lnTo>
                  <a:lnTo>
                    <a:pt x="67015" y="8622"/>
                  </a:lnTo>
                  <a:lnTo>
                    <a:pt x="32137" y="32137"/>
                  </a:lnTo>
                  <a:lnTo>
                    <a:pt x="8622" y="67015"/>
                  </a:lnTo>
                  <a:lnTo>
                    <a:pt x="0" y="109728"/>
                  </a:lnTo>
                  <a:lnTo>
                    <a:pt x="0" y="667512"/>
                  </a:lnTo>
                  <a:lnTo>
                    <a:pt x="8622" y="710224"/>
                  </a:lnTo>
                  <a:lnTo>
                    <a:pt x="32137" y="745102"/>
                  </a:lnTo>
                  <a:lnTo>
                    <a:pt x="67015" y="768617"/>
                  </a:lnTo>
                  <a:lnTo>
                    <a:pt x="109728" y="777240"/>
                  </a:lnTo>
                  <a:lnTo>
                    <a:pt x="4005072" y="777240"/>
                  </a:lnTo>
                  <a:lnTo>
                    <a:pt x="4047773" y="768617"/>
                  </a:lnTo>
                  <a:lnTo>
                    <a:pt x="4082653" y="745102"/>
                  </a:lnTo>
                  <a:lnTo>
                    <a:pt x="4106173" y="710224"/>
                  </a:lnTo>
                  <a:lnTo>
                    <a:pt x="4114800" y="667512"/>
                  </a:lnTo>
                  <a:lnTo>
                    <a:pt x="4114800" y="109728"/>
                  </a:lnTo>
                  <a:lnTo>
                    <a:pt x="4106173" y="67015"/>
                  </a:lnTo>
                  <a:lnTo>
                    <a:pt x="4082653" y="32137"/>
                  </a:lnTo>
                  <a:lnTo>
                    <a:pt x="4047773" y="8622"/>
                  </a:lnTo>
                  <a:lnTo>
                    <a:pt x="4005072" y="0"/>
                  </a:lnTo>
                  <a:close/>
                </a:path>
              </a:pathLst>
            </a:custGeom>
            <a:solidFill>
              <a:srgbClr val="053A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66141" y="4023740"/>
              <a:ext cx="4114800" cy="777240"/>
            </a:xfrm>
            <a:custGeom>
              <a:avLst/>
              <a:gdLst/>
              <a:ahLst/>
              <a:cxnLst/>
              <a:rect l="l" t="t" r="r" b="b"/>
              <a:pathLst>
                <a:path w="4114800" h="777239">
                  <a:moveTo>
                    <a:pt x="0" y="109728"/>
                  </a:move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8" y="0"/>
                  </a:lnTo>
                  <a:lnTo>
                    <a:pt x="4005072" y="0"/>
                  </a:lnTo>
                  <a:lnTo>
                    <a:pt x="4047773" y="8622"/>
                  </a:lnTo>
                  <a:lnTo>
                    <a:pt x="4082653" y="32137"/>
                  </a:lnTo>
                  <a:lnTo>
                    <a:pt x="4106173" y="67015"/>
                  </a:lnTo>
                  <a:lnTo>
                    <a:pt x="4114800" y="109728"/>
                  </a:lnTo>
                  <a:lnTo>
                    <a:pt x="4114800" y="667512"/>
                  </a:lnTo>
                  <a:lnTo>
                    <a:pt x="4106173" y="710224"/>
                  </a:lnTo>
                  <a:lnTo>
                    <a:pt x="4082653" y="745102"/>
                  </a:lnTo>
                  <a:lnTo>
                    <a:pt x="4047773" y="768617"/>
                  </a:lnTo>
                  <a:lnTo>
                    <a:pt x="4005072" y="777240"/>
                  </a:lnTo>
                  <a:lnTo>
                    <a:pt x="109728" y="777240"/>
                  </a:lnTo>
                  <a:lnTo>
                    <a:pt x="67015" y="768617"/>
                  </a:lnTo>
                  <a:lnTo>
                    <a:pt x="32137" y="745102"/>
                  </a:lnTo>
                  <a:lnTo>
                    <a:pt x="8622" y="710224"/>
                  </a:lnTo>
                  <a:lnTo>
                    <a:pt x="0" y="667512"/>
                  </a:lnTo>
                  <a:lnTo>
                    <a:pt x="0" y="109728"/>
                  </a:lnTo>
                  <a:close/>
                </a:path>
              </a:pathLst>
            </a:custGeom>
            <a:ln w="12954">
              <a:solidFill>
                <a:srgbClr val="053A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" name="object 69"/>
          <p:cNvGrpSpPr/>
          <p:nvPr/>
        </p:nvGrpSpPr>
        <p:grpSpPr>
          <a:xfrm>
            <a:off x="1228153" y="4108513"/>
            <a:ext cx="306070" cy="306070"/>
            <a:chOff x="1228153" y="4108513"/>
            <a:chExt cx="306070" cy="306070"/>
          </a:xfrm>
        </p:grpSpPr>
        <p:sp>
          <p:nvSpPr>
            <p:cNvPr id="70" name="object 70"/>
            <p:cNvSpPr/>
            <p:nvPr/>
          </p:nvSpPr>
          <p:spPr>
            <a:xfrm>
              <a:off x="1234821" y="4115181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4" y="0"/>
                  </a:moveTo>
                  <a:lnTo>
                    <a:pt x="100071" y="7459"/>
                  </a:lnTo>
                  <a:lnTo>
                    <a:pt x="59911" y="28229"/>
                  </a:lnTo>
                  <a:lnTo>
                    <a:pt x="28236" y="59900"/>
                  </a:lnTo>
                  <a:lnTo>
                    <a:pt x="7461" y="100062"/>
                  </a:lnTo>
                  <a:lnTo>
                    <a:pt x="0" y="146304"/>
                  </a:lnTo>
                  <a:lnTo>
                    <a:pt x="7461" y="192545"/>
                  </a:lnTo>
                  <a:lnTo>
                    <a:pt x="28236" y="232707"/>
                  </a:lnTo>
                  <a:lnTo>
                    <a:pt x="59911" y="264378"/>
                  </a:lnTo>
                  <a:lnTo>
                    <a:pt x="100071" y="285148"/>
                  </a:lnTo>
                  <a:lnTo>
                    <a:pt x="146304" y="292608"/>
                  </a:lnTo>
                  <a:lnTo>
                    <a:pt x="192536" y="285148"/>
                  </a:lnTo>
                  <a:lnTo>
                    <a:pt x="232696" y="264378"/>
                  </a:lnTo>
                  <a:lnTo>
                    <a:pt x="264371" y="232707"/>
                  </a:lnTo>
                  <a:lnTo>
                    <a:pt x="285146" y="192545"/>
                  </a:lnTo>
                  <a:lnTo>
                    <a:pt x="292608" y="146304"/>
                  </a:lnTo>
                  <a:lnTo>
                    <a:pt x="285146" y="100062"/>
                  </a:lnTo>
                  <a:lnTo>
                    <a:pt x="264371" y="59900"/>
                  </a:lnTo>
                  <a:lnTo>
                    <a:pt x="232696" y="28229"/>
                  </a:lnTo>
                  <a:lnTo>
                    <a:pt x="192536" y="7459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234821" y="4115181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304"/>
                  </a:moveTo>
                  <a:lnTo>
                    <a:pt x="7461" y="100062"/>
                  </a:lnTo>
                  <a:lnTo>
                    <a:pt x="28236" y="59900"/>
                  </a:lnTo>
                  <a:lnTo>
                    <a:pt x="59911" y="28229"/>
                  </a:lnTo>
                  <a:lnTo>
                    <a:pt x="100071" y="7459"/>
                  </a:lnTo>
                  <a:lnTo>
                    <a:pt x="146304" y="0"/>
                  </a:lnTo>
                  <a:lnTo>
                    <a:pt x="192536" y="7459"/>
                  </a:lnTo>
                  <a:lnTo>
                    <a:pt x="232696" y="28229"/>
                  </a:lnTo>
                  <a:lnTo>
                    <a:pt x="264371" y="59900"/>
                  </a:lnTo>
                  <a:lnTo>
                    <a:pt x="285146" y="100062"/>
                  </a:lnTo>
                  <a:lnTo>
                    <a:pt x="292608" y="146304"/>
                  </a:lnTo>
                  <a:lnTo>
                    <a:pt x="285146" y="192545"/>
                  </a:lnTo>
                  <a:lnTo>
                    <a:pt x="264371" y="232707"/>
                  </a:lnTo>
                  <a:lnTo>
                    <a:pt x="232696" y="264378"/>
                  </a:lnTo>
                  <a:lnTo>
                    <a:pt x="192536" y="285148"/>
                  </a:lnTo>
                  <a:lnTo>
                    <a:pt x="146304" y="292608"/>
                  </a:lnTo>
                  <a:lnTo>
                    <a:pt x="100071" y="285148"/>
                  </a:lnTo>
                  <a:lnTo>
                    <a:pt x="59911" y="264378"/>
                  </a:lnTo>
                  <a:lnTo>
                    <a:pt x="28236" y="232707"/>
                  </a:lnTo>
                  <a:lnTo>
                    <a:pt x="7461" y="192545"/>
                  </a:lnTo>
                  <a:lnTo>
                    <a:pt x="0" y="146304"/>
                  </a:lnTo>
                  <a:close/>
                </a:path>
              </a:pathLst>
            </a:custGeom>
            <a:ln w="12954">
              <a:solidFill>
                <a:srgbClr val="00A89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preencoded.png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04544" y="4184904"/>
              <a:ext cx="152400" cy="152399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1550924" y="4160265"/>
            <a:ext cx="39052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0" b="1">
                <a:solidFill>
                  <a:srgbClr val="FFFFFF"/>
                </a:solidFill>
                <a:latin typeface="Calibri"/>
                <a:cs typeface="Calibri"/>
              </a:rPr>
              <a:t>Admin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2307145" y="4108513"/>
            <a:ext cx="306070" cy="306070"/>
            <a:chOff x="2307145" y="4108513"/>
            <a:chExt cx="306070" cy="306070"/>
          </a:xfrm>
        </p:grpSpPr>
        <p:sp>
          <p:nvSpPr>
            <p:cNvPr id="75" name="object 75"/>
            <p:cNvSpPr/>
            <p:nvPr/>
          </p:nvSpPr>
          <p:spPr>
            <a:xfrm>
              <a:off x="2313812" y="4115181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304" y="0"/>
                  </a:moveTo>
                  <a:lnTo>
                    <a:pt x="100071" y="7459"/>
                  </a:lnTo>
                  <a:lnTo>
                    <a:pt x="59911" y="28229"/>
                  </a:lnTo>
                  <a:lnTo>
                    <a:pt x="28236" y="59900"/>
                  </a:lnTo>
                  <a:lnTo>
                    <a:pt x="7461" y="100062"/>
                  </a:lnTo>
                  <a:lnTo>
                    <a:pt x="0" y="146304"/>
                  </a:lnTo>
                  <a:lnTo>
                    <a:pt x="7461" y="192545"/>
                  </a:lnTo>
                  <a:lnTo>
                    <a:pt x="28236" y="232707"/>
                  </a:lnTo>
                  <a:lnTo>
                    <a:pt x="59911" y="264378"/>
                  </a:lnTo>
                  <a:lnTo>
                    <a:pt x="100071" y="285148"/>
                  </a:lnTo>
                  <a:lnTo>
                    <a:pt x="146304" y="292608"/>
                  </a:lnTo>
                  <a:lnTo>
                    <a:pt x="192536" y="285148"/>
                  </a:lnTo>
                  <a:lnTo>
                    <a:pt x="232696" y="264378"/>
                  </a:lnTo>
                  <a:lnTo>
                    <a:pt x="264371" y="232707"/>
                  </a:lnTo>
                  <a:lnTo>
                    <a:pt x="285146" y="192545"/>
                  </a:lnTo>
                  <a:lnTo>
                    <a:pt x="292608" y="146304"/>
                  </a:lnTo>
                  <a:lnTo>
                    <a:pt x="285146" y="100062"/>
                  </a:lnTo>
                  <a:lnTo>
                    <a:pt x="264371" y="59900"/>
                  </a:lnTo>
                  <a:lnTo>
                    <a:pt x="232696" y="28229"/>
                  </a:lnTo>
                  <a:lnTo>
                    <a:pt x="192536" y="7459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313812" y="4115181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0" y="146304"/>
                  </a:moveTo>
                  <a:lnTo>
                    <a:pt x="7461" y="100062"/>
                  </a:lnTo>
                  <a:lnTo>
                    <a:pt x="28236" y="59900"/>
                  </a:lnTo>
                  <a:lnTo>
                    <a:pt x="59911" y="28229"/>
                  </a:lnTo>
                  <a:lnTo>
                    <a:pt x="100071" y="7459"/>
                  </a:lnTo>
                  <a:lnTo>
                    <a:pt x="146304" y="0"/>
                  </a:lnTo>
                  <a:lnTo>
                    <a:pt x="192536" y="7459"/>
                  </a:lnTo>
                  <a:lnTo>
                    <a:pt x="232696" y="28229"/>
                  </a:lnTo>
                  <a:lnTo>
                    <a:pt x="264371" y="59900"/>
                  </a:lnTo>
                  <a:lnTo>
                    <a:pt x="285146" y="100062"/>
                  </a:lnTo>
                  <a:lnTo>
                    <a:pt x="292608" y="146304"/>
                  </a:lnTo>
                  <a:lnTo>
                    <a:pt x="285146" y="192545"/>
                  </a:lnTo>
                  <a:lnTo>
                    <a:pt x="264371" y="232707"/>
                  </a:lnTo>
                  <a:lnTo>
                    <a:pt x="232696" y="264378"/>
                  </a:lnTo>
                  <a:lnTo>
                    <a:pt x="192536" y="285148"/>
                  </a:lnTo>
                  <a:lnTo>
                    <a:pt x="146304" y="292608"/>
                  </a:lnTo>
                  <a:lnTo>
                    <a:pt x="100071" y="285148"/>
                  </a:lnTo>
                  <a:lnTo>
                    <a:pt x="59911" y="264378"/>
                  </a:lnTo>
                  <a:lnTo>
                    <a:pt x="28236" y="232707"/>
                  </a:lnTo>
                  <a:lnTo>
                    <a:pt x="7461" y="192545"/>
                  </a:lnTo>
                  <a:lnTo>
                    <a:pt x="0" y="146304"/>
                  </a:lnTo>
                  <a:close/>
                </a:path>
              </a:pathLst>
            </a:custGeom>
            <a:ln w="12954">
              <a:solidFill>
                <a:srgbClr val="00A89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preencoded.png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83535" y="4184904"/>
              <a:ext cx="152400" cy="152399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2630170" y="4160265"/>
            <a:ext cx="42227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FFFFFF"/>
                </a:solidFill>
                <a:latin typeface="Calibri"/>
                <a:cs typeface="Calibri"/>
              </a:rPr>
              <a:t>Faculty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3386137" y="4108513"/>
            <a:ext cx="306070" cy="306070"/>
            <a:chOff x="3386137" y="4108513"/>
            <a:chExt cx="306070" cy="306070"/>
          </a:xfrm>
        </p:grpSpPr>
        <p:sp>
          <p:nvSpPr>
            <p:cNvPr id="80" name="object 80"/>
            <p:cNvSpPr/>
            <p:nvPr/>
          </p:nvSpPr>
          <p:spPr>
            <a:xfrm>
              <a:off x="3392804" y="4115181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304" y="0"/>
                  </a:moveTo>
                  <a:lnTo>
                    <a:pt x="100071" y="7459"/>
                  </a:lnTo>
                  <a:lnTo>
                    <a:pt x="59911" y="28229"/>
                  </a:lnTo>
                  <a:lnTo>
                    <a:pt x="28236" y="59900"/>
                  </a:lnTo>
                  <a:lnTo>
                    <a:pt x="7461" y="100062"/>
                  </a:lnTo>
                  <a:lnTo>
                    <a:pt x="0" y="146304"/>
                  </a:lnTo>
                  <a:lnTo>
                    <a:pt x="7461" y="192545"/>
                  </a:lnTo>
                  <a:lnTo>
                    <a:pt x="28236" y="232707"/>
                  </a:lnTo>
                  <a:lnTo>
                    <a:pt x="59911" y="264378"/>
                  </a:lnTo>
                  <a:lnTo>
                    <a:pt x="100071" y="285148"/>
                  </a:lnTo>
                  <a:lnTo>
                    <a:pt x="146304" y="292608"/>
                  </a:lnTo>
                  <a:lnTo>
                    <a:pt x="192536" y="285148"/>
                  </a:lnTo>
                  <a:lnTo>
                    <a:pt x="232696" y="264378"/>
                  </a:lnTo>
                  <a:lnTo>
                    <a:pt x="264371" y="232707"/>
                  </a:lnTo>
                  <a:lnTo>
                    <a:pt x="285146" y="192545"/>
                  </a:lnTo>
                  <a:lnTo>
                    <a:pt x="292608" y="146304"/>
                  </a:lnTo>
                  <a:lnTo>
                    <a:pt x="285146" y="100062"/>
                  </a:lnTo>
                  <a:lnTo>
                    <a:pt x="264371" y="59900"/>
                  </a:lnTo>
                  <a:lnTo>
                    <a:pt x="232696" y="28229"/>
                  </a:lnTo>
                  <a:lnTo>
                    <a:pt x="192536" y="7459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392804" y="4115181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0" y="146304"/>
                  </a:moveTo>
                  <a:lnTo>
                    <a:pt x="7461" y="100062"/>
                  </a:lnTo>
                  <a:lnTo>
                    <a:pt x="28236" y="59900"/>
                  </a:lnTo>
                  <a:lnTo>
                    <a:pt x="59911" y="28229"/>
                  </a:lnTo>
                  <a:lnTo>
                    <a:pt x="100071" y="7459"/>
                  </a:lnTo>
                  <a:lnTo>
                    <a:pt x="146304" y="0"/>
                  </a:lnTo>
                  <a:lnTo>
                    <a:pt x="192536" y="7459"/>
                  </a:lnTo>
                  <a:lnTo>
                    <a:pt x="232696" y="28229"/>
                  </a:lnTo>
                  <a:lnTo>
                    <a:pt x="264371" y="59900"/>
                  </a:lnTo>
                  <a:lnTo>
                    <a:pt x="285146" y="100062"/>
                  </a:lnTo>
                  <a:lnTo>
                    <a:pt x="292608" y="146304"/>
                  </a:lnTo>
                  <a:lnTo>
                    <a:pt x="285146" y="192545"/>
                  </a:lnTo>
                  <a:lnTo>
                    <a:pt x="264371" y="232707"/>
                  </a:lnTo>
                  <a:lnTo>
                    <a:pt x="232696" y="264378"/>
                  </a:lnTo>
                  <a:lnTo>
                    <a:pt x="192536" y="285148"/>
                  </a:lnTo>
                  <a:lnTo>
                    <a:pt x="146304" y="292608"/>
                  </a:lnTo>
                  <a:lnTo>
                    <a:pt x="100071" y="285148"/>
                  </a:lnTo>
                  <a:lnTo>
                    <a:pt x="59911" y="264378"/>
                  </a:lnTo>
                  <a:lnTo>
                    <a:pt x="28236" y="232707"/>
                  </a:lnTo>
                  <a:lnTo>
                    <a:pt x="7461" y="192545"/>
                  </a:lnTo>
                  <a:lnTo>
                    <a:pt x="0" y="146304"/>
                  </a:lnTo>
                  <a:close/>
                </a:path>
              </a:pathLst>
            </a:custGeom>
            <a:ln w="12954">
              <a:solidFill>
                <a:srgbClr val="00A89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preencoded.png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62527" y="4184904"/>
              <a:ext cx="152400" cy="152399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3709161" y="4160265"/>
            <a:ext cx="51752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FFFFFF"/>
                </a:solidFill>
                <a:latin typeface="Calibri"/>
                <a:cs typeface="Calibri"/>
              </a:rPr>
              <a:t>Students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90219" y="4298696"/>
            <a:ext cx="4184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2C39A"/>
                </a:solidFill>
                <a:latin typeface="Calibri"/>
                <a:cs typeface="Calibri"/>
              </a:rPr>
              <a:t>Users: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221739" y="4480052"/>
            <a:ext cx="98298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BEE8E1"/>
                </a:solidFill>
                <a:latin typeface="Calibri"/>
                <a:cs typeface="Calibri"/>
              </a:rPr>
              <a:t>Users</a:t>
            </a:r>
            <a:r>
              <a:rPr dirty="0" sz="950" spc="-5" i="1">
                <a:solidFill>
                  <a:srgbClr val="BEE8E1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BEE8E1"/>
                </a:solidFill>
                <a:latin typeface="Calibri"/>
                <a:cs typeface="Calibri"/>
              </a:rPr>
              <a:t>of</a:t>
            </a:r>
            <a:r>
              <a:rPr dirty="0" sz="950" spc="-25" i="1">
                <a:solidFill>
                  <a:srgbClr val="BEE8E1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BEE8E1"/>
                </a:solidFill>
                <a:latin typeface="Calibri"/>
                <a:cs typeface="Calibri"/>
              </a:rPr>
              <a:t>the</a:t>
            </a:r>
            <a:r>
              <a:rPr dirty="0" sz="950" spc="-30" i="1">
                <a:solidFill>
                  <a:srgbClr val="BEE8E1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BEE8E1"/>
                </a:solidFill>
                <a:latin typeface="Calibri"/>
                <a:cs typeface="Calibri"/>
              </a:rPr>
              <a:t>System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4657153" y="3788473"/>
            <a:ext cx="1293495" cy="1019175"/>
            <a:chOff x="4657153" y="3788473"/>
            <a:chExt cx="1293495" cy="1019175"/>
          </a:xfrm>
        </p:grpSpPr>
        <p:sp>
          <p:nvSpPr>
            <p:cNvPr id="116" name="object 116"/>
            <p:cNvSpPr/>
            <p:nvPr/>
          </p:nvSpPr>
          <p:spPr>
            <a:xfrm>
              <a:off x="4663820" y="3795140"/>
              <a:ext cx="1280160" cy="1005840"/>
            </a:xfrm>
            <a:custGeom>
              <a:avLst/>
              <a:gdLst/>
              <a:ahLst/>
              <a:cxnLst/>
              <a:rect l="l" t="t" r="r" b="b"/>
              <a:pathLst>
                <a:path w="1280160" h="1005839">
                  <a:moveTo>
                    <a:pt x="117043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896112"/>
                  </a:lnTo>
                  <a:lnTo>
                    <a:pt x="8626" y="938824"/>
                  </a:lnTo>
                  <a:lnTo>
                    <a:pt x="32146" y="973702"/>
                  </a:lnTo>
                  <a:lnTo>
                    <a:pt x="67026" y="997217"/>
                  </a:lnTo>
                  <a:lnTo>
                    <a:pt x="109728" y="1005840"/>
                  </a:lnTo>
                  <a:lnTo>
                    <a:pt x="1170432" y="1005840"/>
                  </a:lnTo>
                  <a:lnTo>
                    <a:pt x="1213133" y="997217"/>
                  </a:lnTo>
                  <a:lnTo>
                    <a:pt x="1248013" y="973702"/>
                  </a:lnTo>
                  <a:lnTo>
                    <a:pt x="1271533" y="938824"/>
                  </a:lnTo>
                  <a:lnTo>
                    <a:pt x="1280160" y="896112"/>
                  </a:lnTo>
                  <a:lnTo>
                    <a:pt x="1280160" y="109728"/>
                  </a:lnTo>
                  <a:lnTo>
                    <a:pt x="1271533" y="67026"/>
                  </a:lnTo>
                  <a:lnTo>
                    <a:pt x="1248013" y="32146"/>
                  </a:lnTo>
                  <a:lnTo>
                    <a:pt x="1213133" y="8626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02C3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4663820" y="3795140"/>
              <a:ext cx="1280160" cy="1005840"/>
            </a:xfrm>
            <a:custGeom>
              <a:avLst/>
              <a:gdLst/>
              <a:ahLst/>
              <a:cxnLst/>
              <a:rect l="l" t="t" r="r" b="b"/>
              <a:pathLst>
                <a:path w="1280160" h="1005839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1170432" y="0"/>
                  </a:lnTo>
                  <a:lnTo>
                    <a:pt x="1213133" y="8626"/>
                  </a:lnTo>
                  <a:lnTo>
                    <a:pt x="1248013" y="32146"/>
                  </a:lnTo>
                  <a:lnTo>
                    <a:pt x="1271533" y="67026"/>
                  </a:lnTo>
                  <a:lnTo>
                    <a:pt x="1280160" y="109728"/>
                  </a:lnTo>
                  <a:lnTo>
                    <a:pt x="1280160" y="896112"/>
                  </a:lnTo>
                  <a:lnTo>
                    <a:pt x="1271533" y="938824"/>
                  </a:lnTo>
                  <a:lnTo>
                    <a:pt x="1248013" y="973702"/>
                  </a:lnTo>
                  <a:lnTo>
                    <a:pt x="1213133" y="997217"/>
                  </a:lnTo>
                  <a:lnTo>
                    <a:pt x="1170432" y="1005840"/>
                  </a:lnTo>
                  <a:lnTo>
                    <a:pt x="109728" y="1005840"/>
                  </a:lnTo>
                  <a:lnTo>
                    <a:pt x="67026" y="997217"/>
                  </a:lnTo>
                  <a:lnTo>
                    <a:pt x="32146" y="973702"/>
                  </a:lnTo>
                  <a:lnTo>
                    <a:pt x="8626" y="938824"/>
                  </a:lnTo>
                  <a:lnTo>
                    <a:pt x="0" y="896112"/>
                  </a:lnTo>
                  <a:lnTo>
                    <a:pt x="0" y="109728"/>
                  </a:lnTo>
                  <a:close/>
                </a:path>
              </a:pathLst>
            </a:custGeom>
            <a:ln w="12954">
              <a:solidFill>
                <a:srgbClr val="02C39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 txBox="1"/>
          <p:nvPr/>
        </p:nvSpPr>
        <p:spPr>
          <a:xfrm>
            <a:off x="4858258" y="4083303"/>
            <a:ext cx="890905" cy="4102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solidFill>
                  <a:srgbClr val="053A50"/>
                </a:solidFill>
                <a:latin typeface="Calibri"/>
                <a:cs typeface="Calibri"/>
              </a:rPr>
              <a:t>Good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1100">
                <a:solidFill>
                  <a:srgbClr val="053A50"/>
                </a:solidFill>
                <a:latin typeface="Calibri"/>
                <a:cs typeface="Calibri"/>
              </a:rPr>
              <a:t>85%</a:t>
            </a:r>
            <a:r>
              <a:rPr dirty="0" sz="1100" spc="-5">
                <a:solidFill>
                  <a:srgbClr val="053A5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53A50"/>
                </a:solidFill>
                <a:latin typeface="Calibri"/>
                <a:cs typeface="Calibri"/>
              </a:rPr>
              <a:t>and</a:t>
            </a:r>
            <a:r>
              <a:rPr dirty="0" sz="1100" spc="-20">
                <a:solidFill>
                  <a:srgbClr val="053A50"/>
                </a:solidFill>
                <a:latin typeface="Calibri"/>
                <a:cs typeface="Calibri"/>
              </a:rPr>
              <a:t> above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6074473" y="3788473"/>
            <a:ext cx="1293495" cy="1019175"/>
            <a:chOff x="6074473" y="3788473"/>
            <a:chExt cx="1293495" cy="1019175"/>
          </a:xfrm>
        </p:grpSpPr>
        <p:sp>
          <p:nvSpPr>
            <p:cNvPr id="120" name="object 120"/>
            <p:cNvSpPr/>
            <p:nvPr/>
          </p:nvSpPr>
          <p:spPr>
            <a:xfrm>
              <a:off x="6081140" y="3795140"/>
              <a:ext cx="1280160" cy="1005840"/>
            </a:xfrm>
            <a:custGeom>
              <a:avLst/>
              <a:gdLst/>
              <a:ahLst/>
              <a:cxnLst/>
              <a:rect l="l" t="t" r="r" b="b"/>
              <a:pathLst>
                <a:path w="1280159" h="1005839">
                  <a:moveTo>
                    <a:pt x="117043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896112"/>
                  </a:lnTo>
                  <a:lnTo>
                    <a:pt x="8626" y="938824"/>
                  </a:lnTo>
                  <a:lnTo>
                    <a:pt x="32146" y="973702"/>
                  </a:lnTo>
                  <a:lnTo>
                    <a:pt x="67026" y="997217"/>
                  </a:lnTo>
                  <a:lnTo>
                    <a:pt x="109728" y="1005840"/>
                  </a:lnTo>
                  <a:lnTo>
                    <a:pt x="1170432" y="1005840"/>
                  </a:lnTo>
                  <a:lnTo>
                    <a:pt x="1213133" y="997217"/>
                  </a:lnTo>
                  <a:lnTo>
                    <a:pt x="1248013" y="973702"/>
                  </a:lnTo>
                  <a:lnTo>
                    <a:pt x="1271533" y="938824"/>
                  </a:lnTo>
                  <a:lnTo>
                    <a:pt x="1280160" y="896112"/>
                  </a:lnTo>
                  <a:lnTo>
                    <a:pt x="1280160" y="109728"/>
                  </a:lnTo>
                  <a:lnTo>
                    <a:pt x="1271533" y="67026"/>
                  </a:lnTo>
                  <a:lnTo>
                    <a:pt x="1248013" y="32146"/>
                  </a:lnTo>
                  <a:lnTo>
                    <a:pt x="1213133" y="8626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4B8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6081140" y="3795140"/>
              <a:ext cx="1280160" cy="1005840"/>
            </a:xfrm>
            <a:custGeom>
              <a:avLst/>
              <a:gdLst/>
              <a:ahLst/>
              <a:cxnLst/>
              <a:rect l="l" t="t" r="r" b="b"/>
              <a:pathLst>
                <a:path w="1280159" h="1005839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1170432" y="0"/>
                  </a:lnTo>
                  <a:lnTo>
                    <a:pt x="1213133" y="8626"/>
                  </a:lnTo>
                  <a:lnTo>
                    <a:pt x="1248013" y="32146"/>
                  </a:lnTo>
                  <a:lnTo>
                    <a:pt x="1271533" y="67026"/>
                  </a:lnTo>
                  <a:lnTo>
                    <a:pt x="1280160" y="109728"/>
                  </a:lnTo>
                  <a:lnTo>
                    <a:pt x="1280160" y="896112"/>
                  </a:lnTo>
                  <a:lnTo>
                    <a:pt x="1271533" y="938824"/>
                  </a:lnTo>
                  <a:lnTo>
                    <a:pt x="1248013" y="973702"/>
                  </a:lnTo>
                  <a:lnTo>
                    <a:pt x="1213133" y="997217"/>
                  </a:lnTo>
                  <a:lnTo>
                    <a:pt x="1170432" y="1005840"/>
                  </a:lnTo>
                  <a:lnTo>
                    <a:pt x="109728" y="1005840"/>
                  </a:lnTo>
                  <a:lnTo>
                    <a:pt x="67026" y="997217"/>
                  </a:lnTo>
                  <a:lnTo>
                    <a:pt x="32146" y="973702"/>
                  </a:lnTo>
                  <a:lnTo>
                    <a:pt x="8626" y="938824"/>
                  </a:lnTo>
                  <a:lnTo>
                    <a:pt x="0" y="896112"/>
                  </a:lnTo>
                  <a:lnTo>
                    <a:pt x="0" y="109728"/>
                  </a:lnTo>
                  <a:close/>
                </a:path>
              </a:pathLst>
            </a:custGeom>
            <a:ln w="12954">
              <a:solidFill>
                <a:srgbClr val="F4B8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2" name="object 122"/>
          <p:cNvSpPr txBox="1"/>
          <p:nvPr/>
        </p:nvSpPr>
        <p:spPr>
          <a:xfrm>
            <a:off x="6399021" y="4083303"/>
            <a:ext cx="643890" cy="4102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53A50"/>
                </a:solidFill>
                <a:latin typeface="Calibri"/>
                <a:cs typeface="Calibri"/>
              </a:rPr>
              <a:t>Monitor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00">
                <a:solidFill>
                  <a:srgbClr val="053A50"/>
                </a:solidFill>
                <a:latin typeface="Calibri"/>
                <a:cs typeface="Calibri"/>
              </a:rPr>
              <a:t>75%</a:t>
            </a:r>
            <a:r>
              <a:rPr dirty="0" sz="1100" spc="-5">
                <a:solidFill>
                  <a:srgbClr val="053A5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53A50"/>
                </a:solidFill>
                <a:latin typeface="Calibri"/>
                <a:cs typeface="Calibri"/>
              </a:rPr>
              <a:t>–</a:t>
            </a:r>
            <a:r>
              <a:rPr dirty="0" sz="1100" spc="-5">
                <a:solidFill>
                  <a:srgbClr val="053A50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53A50"/>
                </a:solidFill>
                <a:latin typeface="Calibri"/>
                <a:cs typeface="Calibri"/>
              </a:rPr>
              <a:t>84%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7491983" y="3788664"/>
            <a:ext cx="1293495" cy="1019175"/>
            <a:chOff x="7491983" y="3788664"/>
            <a:chExt cx="1293495" cy="1019175"/>
          </a:xfrm>
        </p:grpSpPr>
        <p:sp>
          <p:nvSpPr>
            <p:cNvPr id="124" name="object 124"/>
            <p:cNvSpPr/>
            <p:nvPr/>
          </p:nvSpPr>
          <p:spPr>
            <a:xfrm>
              <a:off x="7498460" y="3795141"/>
              <a:ext cx="1280160" cy="1005840"/>
            </a:xfrm>
            <a:custGeom>
              <a:avLst/>
              <a:gdLst/>
              <a:ahLst/>
              <a:cxnLst/>
              <a:rect l="l" t="t" r="r" b="b"/>
              <a:pathLst>
                <a:path w="1280159" h="1005839">
                  <a:moveTo>
                    <a:pt x="117043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896112"/>
                  </a:lnTo>
                  <a:lnTo>
                    <a:pt x="8626" y="938824"/>
                  </a:lnTo>
                  <a:lnTo>
                    <a:pt x="32146" y="973702"/>
                  </a:lnTo>
                  <a:lnTo>
                    <a:pt x="67026" y="997217"/>
                  </a:lnTo>
                  <a:lnTo>
                    <a:pt x="109728" y="1005840"/>
                  </a:lnTo>
                  <a:lnTo>
                    <a:pt x="1170432" y="1005840"/>
                  </a:lnTo>
                  <a:lnTo>
                    <a:pt x="1213133" y="997217"/>
                  </a:lnTo>
                  <a:lnTo>
                    <a:pt x="1248013" y="973702"/>
                  </a:lnTo>
                  <a:lnTo>
                    <a:pt x="1271533" y="938824"/>
                  </a:lnTo>
                  <a:lnTo>
                    <a:pt x="1280160" y="896112"/>
                  </a:lnTo>
                  <a:lnTo>
                    <a:pt x="1280160" y="109728"/>
                  </a:lnTo>
                  <a:lnTo>
                    <a:pt x="1271533" y="67026"/>
                  </a:lnTo>
                  <a:lnTo>
                    <a:pt x="1248013" y="32146"/>
                  </a:lnTo>
                  <a:lnTo>
                    <a:pt x="1213133" y="8626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7498460" y="3795141"/>
              <a:ext cx="1280160" cy="1005840"/>
            </a:xfrm>
            <a:custGeom>
              <a:avLst/>
              <a:gdLst/>
              <a:ahLst/>
              <a:cxnLst/>
              <a:rect l="l" t="t" r="r" b="b"/>
              <a:pathLst>
                <a:path w="1280159" h="1005839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1170432" y="0"/>
                  </a:lnTo>
                  <a:lnTo>
                    <a:pt x="1213133" y="8626"/>
                  </a:lnTo>
                  <a:lnTo>
                    <a:pt x="1248013" y="32146"/>
                  </a:lnTo>
                  <a:lnTo>
                    <a:pt x="1271533" y="67026"/>
                  </a:lnTo>
                  <a:lnTo>
                    <a:pt x="1280160" y="109728"/>
                  </a:lnTo>
                  <a:lnTo>
                    <a:pt x="1280160" y="896112"/>
                  </a:lnTo>
                  <a:lnTo>
                    <a:pt x="1271533" y="938824"/>
                  </a:lnTo>
                  <a:lnTo>
                    <a:pt x="1248013" y="973702"/>
                  </a:lnTo>
                  <a:lnTo>
                    <a:pt x="1213133" y="997217"/>
                  </a:lnTo>
                  <a:lnTo>
                    <a:pt x="1170432" y="1005840"/>
                  </a:lnTo>
                  <a:lnTo>
                    <a:pt x="109728" y="1005840"/>
                  </a:lnTo>
                  <a:lnTo>
                    <a:pt x="67026" y="997217"/>
                  </a:lnTo>
                  <a:lnTo>
                    <a:pt x="32146" y="973702"/>
                  </a:lnTo>
                  <a:lnTo>
                    <a:pt x="8626" y="938824"/>
                  </a:lnTo>
                  <a:lnTo>
                    <a:pt x="0" y="896112"/>
                  </a:lnTo>
                  <a:lnTo>
                    <a:pt x="0" y="109728"/>
                  </a:lnTo>
                  <a:close/>
                </a:path>
              </a:pathLst>
            </a:custGeom>
            <a:ln w="12954">
              <a:solidFill>
                <a:srgbClr val="E76E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/>
          <p:cNvSpPr txBox="1"/>
          <p:nvPr/>
        </p:nvSpPr>
        <p:spPr>
          <a:xfrm>
            <a:off x="7813547" y="4083303"/>
            <a:ext cx="650875" cy="4102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53A50"/>
                </a:solidFill>
                <a:latin typeface="Calibri"/>
                <a:cs typeface="Calibri"/>
              </a:rPr>
              <a:t>Warning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00">
                <a:solidFill>
                  <a:srgbClr val="053A50"/>
                </a:solidFill>
                <a:latin typeface="Calibri"/>
                <a:cs typeface="Calibri"/>
              </a:rPr>
              <a:t>Below</a:t>
            </a:r>
            <a:r>
              <a:rPr dirty="0" sz="1100" spc="-50">
                <a:solidFill>
                  <a:srgbClr val="053A50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53A50"/>
                </a:solidFill>
                <a:latin typeface="Calibri"/>
                <a:cs typeface="Calibri"/>
              </a:rPr>
              <a:t>75%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" y="960119"/>
            <a:ext cx="548640" cy="5486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53714" y="459536"/>
            <a:ext cx="4505325" cy="909319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Char char="●"/>
              <a:tabLst>
                <a:tab pos="354965" algn="l"/>
              </a:tabLst>
            </a:pP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1.</a:t>
            </a:r>
            <a:r>
              <a:rPr dirty="0" sz="19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Faculty</a:t>
            </a:r>
            <a:r>
              <a:rPr dirty="0" sz="1900" spc="-2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logs</a:t>
            </a:r>
            <a:r>
              <a:rPr dirty="0" sz="19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in</a:t>
            </a:r>
            <a:r>
              <a:rPr dirty="0" sz="19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and</a:t>
            </a:r>
            <a:r>
              <a:rPr dirty="0" sz="1900" spc="-2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opens</a:t>
            </a:r>
            <a:r>
              <a:rPr dirty="0" sz="1900" spc="-3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</a:t>
            </a:r>
            <a:r>
              <a:rPr dirty="0" sz="1900" spc="-2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class</a:t>
            </a:r>
            <a:r>
              <a:rPr dirty="0" sz="1900" spc="-4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session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har char="●"/>
              <a:tabLst>
                <a:tab pos="354965" algn="l"/>
              </a:tabLst>
            </a:pP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2.</a:t>
            </a:r>
            <a:r>
              <a:rPr dirty="0" sz="1900" spc="-3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</a:t>
            </a:r>
            <a:r>
              <a:rPr dirty="0" sz="1900" spc="-1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time-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limited</a:t>
            </a:r>
            <a:r>
              <a:rPr dirty="0" sz="1900" spc="-2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QR</a:t>
            </a:r>
            <a:r>
              <a:rPr dirty="0" sz="1900" spc="-1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code</a:t>
            </a:r>
            <a:r>
              <a:rPr dirty="0" sz="1900" spc="-2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is</a:t>
            </a:r>
            <a:r>
              <a:rPr dirty="0" sz="19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generated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380" y="1908733"/>
            <a:ext cx="1676400" cy="103251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3600" spc="-25" b="1">
                <a:solidFill>
                  <a:srgbClr val="1CA7B8"/>
                </a:solidFill>
                <a:latin typeface="Trebuchet MS"/>
                <a:cs typeface="Trebuchet MS"/>
              </a:rPr>
              <a:t>09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Demonstration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3714" y="1495552"/>
            <a:ext cx="5048885" cy="1778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676910" indent="-342900">
              <a:lnSpc>
                <a:spcPct val="100000"/>
              </a:lnSpc>
              <a:spcBef>
                <a:spcPts val="100"/>
              </a:spcBef>
              <a:buChar char="●"/>
              <a:tabLst>
                <a:tab pos="355600" algn="l"/>
              </a:tabLst>
            </a:pP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3.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Student</a:t>
            </a:r>
            <a:r>
              <a:rPr dirty="0" sz="19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scans</a:t>
            </a:r>
            <a:r>
              <a:rPr dirty="0" sz="19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it</a:t>
            </a:r>
            <a:r>
              <a:rPr dirty="0" sz="19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and</a:t>
            </a:r>
            <a:r>
              <a:rPr dirty="0" sz="19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is</a:t>
            </a:r>
            <a:r>
              <a:rPr dirty="0" sz="19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marked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present instantly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har char="●"/>
              <a:tabLst>
                <a:tab pos="354965" algn="l"/>
              </a:tabLst>
            </a:pP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4.</a:t>
            </a:r>
            <a:r>
              <a:rPr dirty="0" sz="19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Dashboard</a:t>
            </a:r>
            <a:r>
              <a:rPr dirty="0" sz="1900" spc="-4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shows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live</a:t>
            </a:r>
            <a:r>
              <a:rPr dirty="0" sz="19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percentage</a:t>
            </a:r>
            <a:r>
              <a:rPr dirty="0" sz="1900" spc="-3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and</a:t>
            </a:r>
            <a:r>
              <a:rPr dirty="0" sz="19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flags</a:t>
            </a:r>
            <a:endParaRPr sz="19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students</a:t>
            </a:r>
            <a:r>
              <a:rPr dirty="0" sz="19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below</a:t>
            </a:r>
            <a:r>
              <a:rPr dirty="0" sz="1900" spc="-4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3C5466"/>
                </a:solidFill>
                <a:latin typeface="Calibri"/>
                <a:cs typeface="Calibri"/>
              </a:rPr>
              <a:t>75%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Char char="●"/>
              <a:tabLst>
                <a:tab pos="354965" algn="l"/>
              </a:tabLst>
            </a:pP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5.</a:t>
            </a:r>
            <a:r>
              <a:rPr dirty="0" sz="19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Report</a:t>
            </a:r>
            <a:r>
              <a:rPr dirty="0" sz="19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and</a:t>
            </a:r>
            <a:r>
              <a:rPr dirty="0" sz="1900" spc="-4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alert</a:t>
            </a:r>
            <a:r>
              <a:rPr dirty="0" sz="19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are</a:t>
            </a:r>
            <a:r>
              <a:rPr dirty="0" sz="1900" spc="-4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sent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to</a:t>
            </a:r>
            <a:r>
              <a:rPr dirty="0" sz="19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HOD</a:t>
            </a:r>
            <a:r>
              <a:rPr dirty="0" sz="19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and</a:t>
            </a:r>
            <a:r>
              <a:rPr dirty="0" sz="19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parents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" y="960119"/>
            <a:ext cx="548640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27380" y="1897189"/>
            <a:ext cx="1514475" cy="133350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3600" spc="-25" b="1">
                <a:solidFill>
                  <a:srgbClr val="1CA7B8"/>
                </a:solidFill>
                <a:latin typeface="Trebuchet MS"/>
                <a:cs typeface="Trebuchet MS"/>
              </a:rPr>
              <a:t>10</a:t>
            </a:r>
            <a:endParaRPr sz="3600">
              <a:latin typeface="Trebuchet MS"/>
              <a:cs typeface="Trebuchet MS"/>
            </a:endParaRPr>
          </a:p>
          <a:p>
            <a:pPr marL="12700" marR="5080">
              <a:lnSpc>
                <a:spcPts val="2230"/>
              </a:lnSpc>
              <a:spcBef>
                <a:spcPts val="620"/>
              </a:spcBef>
            </a:pP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Conclusion</a:t>
            </a:r>
            <a:r>
              <a:rPr dirty="0" sz="1900" spc="-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50" b="1">
                <a:solidFill>
                  <a:srgbClr val="FFFFFF"/>
                </a:solidFill>
                <a:latin typeface="Trebuchet MS"/>
                <a:cs typeface="Trebuchet MS"/>
              </a:rPr>
              <a:t>&amp; </a:t>
            </a: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Future</a:t>
            </a:r>
            <a:r>
              <a:rPr dirty="0" sz="19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Scope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3714" y="459536"/>
            <a:ext cx="4894580" cy="281495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Char char="●"/>
              <a:tabLst>
                <a:tab pos="354965" algn="l"/>
              </a:tabLst>
            </a:pP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Saves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class</a:t>
            </a:r>
            <a:r>
              <a:rPr dirty="0" sz="1900" spc="-6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time</a:t>
            </a:r>
            <a:r>
              <a:rPr dirty="0" sz="19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and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removes</a:t>
            </a:r>
            <a:r>
              <a:rPr dirty="0" sz="19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manual</a:t>
            </a:r>
            <a:r>
              <a:rPr dirty="0" sz="1900" spc="-5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errors</a:t>
            </a:r>
            <a:endParaRPr sz="1900">
              <a:latin typeface="Calibri"/>
              <a:cs typeface="Calibri"/>
            </a:endParaRPr>
          </a:p>
          <a:p>
            <a:pPr marL="355600" marR="247650" indent="-342900">
              <a:lnSpc>
                <a:spcPct val="100000"/>
              </a:lnSpc>
              <a:spcBef>
                <a:spcPts val="1200"/>
              </a:spcBef>
              <a:buChar char="●"/>
              <a:tabLst>
                <a:tab pos="355600" algn="l"/>
              </a:tabLst>
            </a:pP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Prevents</a:t>
            </a:r>
            <a:r>
              <a:rPr dirty="0" sz="1900" spc="-6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proxy</a:t>
            </a:r>
            <a:r>
              <a:rPr dirty="0" sz="1900" spc="-7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attendance</a:t>
            </a:r>
            <a:r>
              <a:rPr dirty="0" sz="19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with</a:t>
            </a:r>
            <a:r>
              <a:rPr dirty="0" sz="1900" spc="-6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rotating</a:t>
            </a:r>
            <a:r>
              <a:rPr dirty="0" sz="1900" spc="-6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3C5466"/>
                </a:solidFill>
                <a:latin typeface="Calibri"/>
                <a:cs typeface="Calibri"/>
              </a:rPr>
              <a:t>QR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codes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har char="●"/>
              <a:tabLst>
                <a:tab pos="354965" algn="l"/>
              </a:tabLst>
            </a:pP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Gives</a:t>
            </a:r>
            <a:r>
              <a:rPr dirty="0" sz="19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3C5466"/>
                </a:solidFill>
                <a:latin typeface="Calibri"/>
                <a:cs typeface="Calibri"/>
              </a:rPr>
              <a:t>real-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time</a:t>
            </a:r>
            <a:r>
              <a:rPr dirty="0" sz="19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analytics</a:t>
            </a:r>
            <a:r>
              <a:rPr dirty="0" sz="19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for</a:t>
            </a:r>
            <a:r>
              <a:rPr dirty="0" sz="19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early</a:t>
            </a:r>
            <a:r>
              <a:rPr dirty="0" sz="1900" spc="-3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intervention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har char="●"/>
              <a:tabLst>
                <a:tab pos="354965" algn="l"/>
              </a:tabLst>
            </a:pP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Future:</a:t>
            </a:r>
            <a:r>
              <a:rPr dirty="0" sz="19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face</a:t>
            </a:r>
            <a:r>
              <a:rPr dirty="0" sz="19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recognition,</a:t>
            </a:r>
            <a:r>
              <a:rPr dirty="0" sz="1900" spc="-4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LMS</a:t>
            </a:r>
            <a:r>
              <a:rPr dirty="0" sz="1900" spc="-45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integration,</a:t>
            </a:r>
            <a:endParaRPr sz="19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predictive</a:t>
            </a:r>
            <a:r>
              <a:rPr dirty="0" sz="1900" spc="-4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dropout</a:t>
            </a:r>
            <a:r>
              <a:rPr dirty="0" sz="1900" spc="-50">
                <a:solidFill>
                  <a:srgbClr val="3C546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C5466"/>
                </a:solidFill>
                <a:latin typeface="Calibri"/>
                <a:cs typeface="Calibri"/>
              </a:rPr>
              <a:t>alerts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har char="●"/>
              <a:tabLst>
                <a:tab pos="354965" algn="l"/>
              </a:tabLst>
            </a:pPr>
            <a:r>
              <a:rPr dirty="0" sz="1900">
                <a:solidFill>
                  <a:srgbClr val="3C5466"/>
                </a:solidFill>
                <a:latin typeface="Calibri"/>
                <a:cs typeface="Calibri"/>
              </a:rPr>
              <a:t>Thank </a:t>
            </a:r>
            <a:r>
              <a:rPr dirty="0" sz="1900" spc="-25">
                <a:solidFill>
                  <a:srgbClr val="3C5466"/>
                </a:solidFill>
                <a:latin typeface="Calibri"/>
                <a:cs typeface="Calibri"/>
              </a:rPr>
              <a:t>you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47111" y="1729994"/>
            <a:ext cx="334708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b="0">
                <a:solidFill>
                  <a:srgbClr val="FFFFFF"/>
                </a:solidFill>
                <a:latin typeface="Calibri"/>
                <a:cs typeface="Calibri"/>
              </a:rPr>
              <a:t>THANK</a:t>
            </a:r>
            <a:r>
              <a:rPr dirty="0" sz="5400" spc="-17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 spc="-25" b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PptxGenJS Presentation</dc:title>
  <dcterms:created xsi:type="dcterms:W3CDTF">2026-10-29T04:44:33Z</dcterms:created>
  <dcterms:modified xsi:type="dcterms:W3CDTF">2026-10-29T04:44:33Z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2026-10-29T00:00:00Z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2026-10-29T00:00:00Z</vt:filetime>
  </property>
  <property fmtid="{D5CDD505-2E9C-101B-9397-08002B2CF9AE}" pid="6" name="Producer">
    <vt:lpwstr>Adobe PDF Services</vt:lpwstr>
  </property>
</Properties>
</file>